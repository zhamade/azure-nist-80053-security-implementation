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92" r:id="rId5"/>
    <p:sldId id="304" r:id="rId6"/>
    <p:sldId id="299" r:id="rId7"/>
    <p:sldId id="297" r:id="rId8"/>
    <p:sldId id="261" r:id="rId9"/>
    <p:sldId id="298" r:id="rId10"/>
    <p:sldId id="279" r:id="rId11"/>
    <p:sldId id="268" r:id="rId12"/>
    <p:sldId id="269" r:id="rId13"/>
    <p:sldId id="300" r:id="rId14"/>
    <p:sldId id="295" r:id="rId15"/>
    <p:sldId id="302" r:id="rId16"/>
    <p:sldId id="303" r:id="rId17"/>
    <p:sldId id="306" r:id="rId18"/>
    <p:sldId id="305" r:id="rId19"/>
    <p:sldId id="289"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39" autoAdjust="0"/>
  </p:normalViewPr>
  <p:slideViewPr>
    <p:cSldViewPr snapToGrid="0" showGuides="1">
      <p:cViewPr varScale="1">
        <p:scale>
          <a:sx n="68" d="100"/>
          <a:sy n="68" d="100"/>
        </p:scale>
        <p:origin x="966" y="60"/>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DD63D7-95E7-4945-98BD-99179A66F4D1}" type="doc">
      <dgm:prSet loTypeId="urn:microsoft.com/office/officeart/2005/8/layout/orgChart1" loCatId="hierarchy" qsTypeId="urn:microsoft.com/office/officeart/2005/8/quickstyle/simple2" qsCatId="simple" csTypeId="urn:microsoft.com/office/officeart/2005/8/colors/accent1_2" csCatId="accent1" phldr="1"/>
      <dgm:spPr/>
      <dgm:t>
        <a:bodyPr/>
        <a:lstStyle/>
        <a:p>
          <a:endParaRPr lang="en-US"/>
        </a:p>
      </dgm:t>
    </dgm:pt>
    <dgm:pt modelId="{9D493F2E-E95A-4088-9F41-76A99DDA6AF2}">
      <dgm:prSet phldrT="[Text]" phldr="0" custT="1"/>
      <dgm:spPr/>
      <dgm:t>
        <a:bodyPr/>
        <a:lstStyle/>
        <a:p>
          <a:r>
            <a:rPr lang="en-US" sz="1600" dirty="0"/>
            <a:t>Azure Subscription</a:t>
          </a:r>
        </a:p>
      </dgm:t>
    </dgm:pt>
    <dgm:pt modelId="{C5BF28DF-5D0C-4FB1-9827-6715D6462BC1}" type="parTrans" cxnId="{020EF9A4-8EBC-4DDA-84B9-9AA5EDEAD853}">
      <dgm:prSet/>
      <dgm:spPr/>
      <dgm:t>
        <a:bodyPr/>
        <a:lstStyle/>
        <a:p>
          <a:endParaRPr lang="en-US" sz="1600"/>
        </a:p>
      </dgm:t>
    </dgm:pt>
    <dgm:pt modelId="{215D22BC-18EF-49F8-84F7-44A2E391C5C3}" type="sibTrans" cxnId="{020EF9A4-8EBC-4DDA-84B9-9AA5EDEAD853}">
      <dgm:prSet/>
      <dgm:spPr/>
      <dgm:t>
        <a:bodyPr/>
        <a:lstStyle/>
        <a:p>
          <a:endParaRPr lang="en-US" sz="1600"/>
        </a:p>
      </dgm:t>
    </dgm:pt>
    <dgm:pt modelId="{D6633FC7-F483-433E-A3D7-3A03841EEA69}" type="asst">
      <dgm:prSet phldrT="[Text]" phldr="0" custT="1"/>
      <dgm:spPr/>
      <dgm:t>
        <a:bodyPr/>
        <a:lstStyle/>
        <a:p>
          <a:r>
            <a:rPr lang="en-US" sz="1600" dirty="0"/>
            <a:t>NIST-LAB</a:t>
          </a:r>
        </a:p>
      </dgm:t>
    </dgm:pt>
    <dgm:pt modelId="{9608EA59-1775-4EC1-AD4F-FB7DF3840161}" type="parTrans" cxnId="{EE9E737E-F8F4-407A-9DD9-36654F6D9006}">
      <dgm:prSet/>
      <dgm:spPr/>
      <dgm:t>
        <a:bodyPr/>
        <a:lstStyle/>
        <a:p>
          <a:endParaRPr lang="en-US" sz="1600"/>
        </a:p>
      </dgm:t>
    </dgm:pt>
    <dgm:pt modelId="{D5973992-7278-4BFA-A9D1-C82B82C109AC}" type="sibTrans" cxnId="{EE9E737E-F8F4-407A-9DD9-36654F6D9006}">
      <dgm:prSet/>
      <dgm:spPr/>
      <dgm:t>
        <a:bodyPr/>
        <a:lstStyle/>
        <a:p>
          <a:endParaRPr lang="en-US" sz="1600"/>
        </a:p>
      </dgm:t>
    </dgm:pt>
    <dgm:pt modelId="{982FB55B-FD43-494E-BE43-E6F049D59C72}">
      <dgm:prSet phldrT="[Text]" custT="1"/>
      <dgm:spPr/>
      <dgm:t>
        <a:bodyPr/>
        <a:lstStyle/>
        <a:p>
          <a:r>
            <a:rPr lang="en-US" sz="1600" dirty="0"/>
            <a:t>Storage Account</a:t>
          </a:r>
        </a:p>
      </dgm:t>
    </dgm:pt>
    <dgm:pt modelId="{9C7CD617-56E6-49BC-AFA9-EC0BB555EF8F}" type="parTrans" cxnId="{EFB6F3F5-667A-4AFA-A4E2-40418D259BB5}">
      <dgm:prSet/>
      <dgm:spPr/>
      <dgm:t>
        <a:bodyPr/>
        <a:lstStyle/>
        <a:p>
          <a:endParaRPr lang="en-US" sz="1600"/>
        </a:p>
      </dgm:t>
    </dgm:pt>
    <dgm:pt modelId="{61209586-0274-4FEE-9E3B-0CA4F1604A55}" type="sibTrans" cxnId="{EFB6F3F5-667A-4AFA-A4E2-40418D259BB5}">
      <dgm:prSet/>
      <dgm:spPr/>
      <dgm:t>
        <a:bodyPr/>
        <a:lstStyle/>
        <a:p>
          <a:endParaRPr lang="en-US" sz="1600"/>
        </a:p>
      </dgm:t>
    </dgm:pt>
    <dgm:pt modelId="{BB88AE1D-B5C6-43F5-821E-25DCA581B658}">
      <dgm:prSet phldrT="[Text]" custT="1"/>
      <dgm:spPr/>
      <dgm:t>
        <a:bodyPr/>
        <a:lstStyle/>
        <a:p>
          <a:r>
            <a:rPr lang="en-US" sz="1600" dirty="0"/>
            <a:t>Virtual Machine</a:t>
          </a:r>
        </a:p>
      </dgm:t>
    </dgm:pt>
    <dgm:pt modelId="{0176CFA0-BA29-403A-B5BE-2EC3C8CCDD73}" type="parTrans" cxnId="{0E73FE72-4C3C-41A7-AABE-C182B6483A65}">
      <dgm:prSet/>
      <dgm:spPr/>
      <dgm:t>
        <a:bodyPr/>
        <a:lstStyle/>
        <a:p>
          <a:endParaRPr lang="en-US" sz="1600"/>
        </a:p>
      </dgm:t>
    </dgm:pt>
    <dgm:pt modelId="{F64FB23E-0D59-4998-8854-76FD0A2E7646}" type="sibTrans" cxnId="{0E73FE72-4C3C-41A7-AABE-C182B6483A65}">
      <dgm:prSet/>
      <dgm:spPr/>
      <dgm:t>
        <a:bodyPr/>
        <a:lstStyle/>
        <a:p>
          <a:endParaRPr lang="en-US" sz="1600"/>
        </a:p>
      </dgm:t>
    </dgm:pt>
    <dgm:pt modelId="{25609349-06A8-4C40-8F4C-D06AEBD4B10F}">
      <dgm:prSet phldrT="[Text]" custT="1"/>
      <dgm:spPr/>
      <dgm:t>
        <a:bodyPr/>
        <a:lstStyle/>
        <a:p>
          <a:r>
            <a:rPr lang="en-US" sz="1600" dirty="0"/>
            <a:t>Key Vault</a:t>
          </a:r>
        </a:p>
      </dgm:t>
    </dgm:pt>
    <dgm:pt modelId="{549C6831-B545-42C6-B447-A3A3F86777DC}" type="parTrans" cxnId="{EE0CD6B3-6969-435C-A25A-8D5DA12CC17D}">
      <dgm:prSet/>
      <dgm:spPr/>
      <dgm:t>
        <a:bodyPr/>
        <a:lstStyle/>
        <a:p>
          <a:endParaRPr lang="en-US" sz="1600"/>
        </a:p>
      </dgm:t>
    </dgm:pt>
    <dgm:pt modelId="{66700DF7-7FDC-4208-8B7F-71F3C22FB7B0}" type="sibTrans" cxnId="{EE0CD6B3-6969-435C-A25A-8D5DA12CC17D}">
      <dgm:prSet/>
      <dgm:spPr/>
      <dgm:t>
        <a:bodyPr/>
        <a:lstStyle/>
        <a:p>
          <a:endParaRPr lang="en-US" sz="1600"/>
        </a:p>
      </dgm:t>
    </dgm:pt>
    <dgm:pt modelId="{2D2F156F-B361-473B-845C-5D267FB7F8E5}">
      <dgm:prSet phldrT="[Text]" phldr="0" custT="1"/>
      <dgm:spPr/>
      <dgm:t>
        <a:bodyPr/>
        <a:lstStyle/>
        <a:p>
          <a:r>
            <a:rPr lang="en-US" sz="1600" dirty="0"/>
            <a:t>Azure Monitor</a:t>
          </a:r>
        </a:p>
      </dgm:t>
    </dgm:pt>
    <dgm:pt modelId="{C07731DE-8CFB-4287-9AE2-09042E994E59}" type="parTrans" cxnId="{4E98C2B7-0E8F-4091-978E-C55BD9F0F60E}">
      <dgm:prSet/>
      <dgm:spPr/>
      <dgm:t>
        <a:bodyPr/>
        <a:lstStyle/>
        <a:p>
          <a:endParaRPr lang="en-US" sz="1600"/>
        </a:p>
      </dgm:t>
    </dgm:pt>
    <dgm:pt modelId="{AA49DA43-1589-49F7-9C97-93A3A3DF5B31}" type="sibTrans" cxnId="{4E98C2B7-0E8F-4091-978E-C55BD9F0F60E}">
      <dgm:prSet/>
      <dgm:spPr/>
      <dgm:t>
        <a:bodyPr/>
        <a:lstStyle/>
        <a:p>
          <a:endParaRPr lang="en-US" sz="1600"/>
        </a:p>
      </dgm:t>
    </dgm:pt>
    <dgm:pt modelId="{52B2C033-BCD8-491A-A1D2-D2BC0B502C11}" type="pres">
      <dgm:prSet presAssocID="{39DD63D7-95E7-4945-98BD-99179A66F4D1}" presName="hierChild1" presStyleCnt="0">
        <dgm:presLayoutVars>
          <dgm:orgChart val="1"/>
          <dgm:chPref val="1"/>
          <dgm:dir/>
          <dgm:animOne val="branch"/>
          <dgm:animLvl val="lvl"/>
          <dgm:resizeHandles/>
        </dgm:presLayoutVars>
      </dgm:prSet>
      <dgm:spPr/>
    </dgm:pt>
    <dgm:pt modelId="{F77F9891-42A8-4E47-AB1A-E6E2F3E5BBEB}" type="pres">
      <dgm:prSet presAssocID="{9D493F2E-E95A-4088-9F41-76A99DDA6AF2}" presName="hierRoot1" presStyleCnt="0">
        <dgm:presLayoutVars>
          <dgm:hierBranch val="init"/>
        </dgm:presLayoutVars>
      </dgm:prSet>
      <dgm:spPr/>
    </dgm:pt>
    <dgm:pt modelId="{D9C8EDAD-F507-43CC-87D3-1F0D93795522}" type="pres">
      <dgm:prSet presAssocID="{9D493F2E-E95A-4088-9F41-76A99DDA6AF2}" presName="rootComposite1" presStyleCnt="0"/>
      <dgm:spPr/>
    </dgm:pt>
    <dgm:pt modelId="{9CD4C5DC-36F4-4959-9BBB-E2E2EBA987FE}" type="pres">
      <dgm:prSet presAssocID="{9D493F2E-E95A-4088-9F41-76A99DDA6AF2}" presName="rootText1" presStyleLbl="node0" presStyleIdx="0" presStyleCnt="1">
        <dgm:presLayoutVars>
          <dgm:chPref val="3"/>
        </dgm:presLayoutVars>
      </dgm:prSet>
      <dgm:spPr/>
    </dgm:pt>
    <dgm:pt modelId="{83AD743D-917A-413C-982E-5A74F586384F}" type="pres">
      <dgm:prSet presAssocID="{9D493F2E-E95A-4088-9F41-76A99DDA6AF2}" presName="rootConnector1" presStyleLbl="node1" presStyleIdx="0" presStyleCnt="0"/>
      <dgm:spPr/>
    </dgm:pt>
    <dgm:pt modelId="{53DF3941-271F-4250-B8F5-FAE9367C1318}" type="pres">
      <dgm:prSet presAssocID="{9D493F2E-E95A-4088-9F41-76A99DDA6AF2}" presName="hierChild2" presStyleCnt="0"/>
      <dgm:spPr/>
    </dgm:pt>
    <dgm:pt modelId="{8BB552AB-F554-4207-BD87-FEA69EE64D6C}" type="pres">
      <dgm:prSet presAssocID="{9D493F2E-E95A-4088-9F41-76A99DDA6AF2}" presName="hierChild3" presStyleCnt="0"/>
      <dgm:spPr/>
    </dgm:pt>
    <dgm:pt modelId="{B5870A18-E667-4EF9-85D7-470E45092001}" type="pres">
      <dgm:prSet presAssocID="{9608EA59-1775-4EC1-AD4F-FB7DF3840161}" presName="Name111" presStyleLbl="parChTrans1D2" presStyleIdx="0" presStyleCnt="1"/>
      <dgm:spPr/>
    </dgm:pt>
    <dgm:pt modelId="{833DA4E4-DA48-4352-9D61-5114D32E5A25}" type="pres">
      <dgm:prSet presAssocID="{D6633FC7-F483-433E-A3D7-3A03841EEA69}" presName="hierRoot3" presStyleCnt="0">
        <dgm:presLayoutVars>
          <dgm:hierBranch val="init"/>
        </dgm:presLayoutVars>
      </dgm:prSet>
      <dgm:spPr/>
    </dgm:pt>
    <dgm:pt modelId="{4C3A7364-3EC2-4092-8C32-A85D98A24D83}" type="pres">
      <dgm:prSet presAssocID="{D6633FC7-F483-433E-A3D7-3A03841EEA69}" presName="rootComposite3" presStyleCnt="0"/>
      <dgm:spPr/>
    </dgm:pt>
    <dgm:pt modelId="{740B3414-B9E6-4961-A3E8-192AF284D3B8}" type="pres">
      <dgm:prSet presAssocID="{D6633FC7-F483-433E-A3D7-3A03841EEA69}" presName="rootText3" presStyleLbl="asst1" presStyleIdx="0" presStyleCnt="1">
        <dgm:presLayoutVars>
          <dgm:chPref val="3"/>
        </dgm:presLayoutVars>
      </dgm:prSet>
      <dgm:spPr/>
    </dgm:pt>
    <dgm:pt modelId="{F734E761-BCCB-48A8-913C-9B2F0366A260}" type="pres">
      <dgm:prSet presAssocID="{D6633FC7-F483-433E-A3D7-3A03841EEA69}" presName="rootConnector3" presStyleLbl="asst1" presStyleIdx="0" presStyleCnt="1"/>
      <dgm:spPr/>
    </dgm:pt>
    <dgm:pt modelId="{D27E16D8-4208-4110-8D83-C7260787E60A}" type="pres">
      <dgm:prSet presAssocID="{D6633FC7-F483-433E-A3D7-3A03841EEA69}" presName="hierChild6" presStyleCnt="0"/>
      <dgm:spPr/>
    </dgm:pt>
    <dgm:pt modelId="{61890EA9-7AF4-4B77-95FE-324D38C8E6A6}" type="pres">
      <dgm:prSet presAssocID="{9C7CD617-56E6-49BC-AFA9-EC0BB555EF8F}" presName="Name37" presStyleLbl="parChTrans1D3" presStyleIdx="0" presStyleCnt="4"/>
      <dgm:spPr/>
    </dgm:pt>
    <dgm:pt modelId="{E2C03550-C38F-410C-83A3-A5086F1E846E}" type="pres">
      <dgm:prSet presAssocID="{982FB55B-FD43-494E-BE43-E6F049D59C72}" presName="hierRoot2" presStyleCnt="0">
        <dgm:presLayoutVars>
          <dgm:hierBranch val="init"/>
        </dgm:presLayoutVars>
      </dgm:prSet>
      <dgm:spPr/>
    </dgm:pt>
    <dgm:pt modelId="{D44923D9-CD0A-4AE5-98A0-45F23E6754C4}" type="pres">
      <dgm:prSet presAssocID="{982FB55B-FD43-494E-BE43-E6F049D59C72}" presName="rootComposite" presStyleCnt="0"/>
      <dgm:spPr/>
    </dgm:pt>
    <dgm:pt modelId="{E8918EE5-9DE1-40C8-8BE0-45C6D456AFFB}" type="pres">
      <dgm:prSet presAssocID="{982FB55B-FD43-494E-BE43-E6F049D59C72}" presName="rootText" presStyleLbl="node3" presStyleIdx="0" presStyleCnt="4">
        <dgm:presLayoutVars>
          <dgm:chPref val="3"/>
        </dgm:presLayoutVars>
      </dgm:prSet>
      <dgm:spPr/>
    </dgm:pt>
    <dgm:pt modelId="{59E27CA2-189E-4773-B854-C25DE44C7761}" type="pres">
      <dgm:prSet presAssocID="{982FB55B-FD43-494E-BE43-E6F049D59C72}" presName="rootConnector" presStyleLbl="node3" presStyleIdx="0" presStyleCnt="4"/>
      <dgm:spPr/>
    </dgm:pt>
    <dgm:pt modelId="{3AE916BE-5DB9-4511-816E-25B0F6C55CDA}" type="pres">
      <dgm:prSet presAssocID="{982FB55B-FD43-494E-BE43-E6F049D59C72}" presName="hierChild4" presStyleCnt="0"/>
      <dgm:spPr/>
    </dgm:pt>
    <dgm:pt modelId="{B0D6FC28-5C61-45A1-BBBD-00B279F990DD}" type="pres">
      <dgm:prSet presAssocID="{982FB55B-FD43-494E-BE43-E6F049D59C72}" presName="hierChild5" presStyleCnt="0"/>
      <dgm:spPr/>
    </dgm:pt>
    <dgm:pt modelId="{7292DABD-0844-47C2-AE31-564A689C49BF}" type="pres">
      <dgm:prSet presAssocID="{0176CFA0-BA29-403A-B5BE-2EC3C8CCDD73}" presName="Name37" presStyleLbl="parChTrans1D3" presStyleIdx="1" presStyleCnt="4"/>
      <dgm:spPr/>
    </dgm:pt>
    <dgm:pt modelId="{4BF06C3D-D4D8-4F4D-ACED-6A624152E664}" type="pres">
      <dgm:prSet presAssocID="{BB88AE1D-B5C6-43F5-821E-25DCA581B658}" presName="hierRoot2" presStyleCnt="0">
        <dgm:presLayoutVars>
          <dgm:hierBranch val="init"/>
        </dgm:presLayoutVars>
      </dgm:prSet>
      <dgm:spPr/>
    </dgm:pt>
    <dgm:pt modelId="{7056DAF1-98AF-4481-B1EC-2932EF299B92}" type="pres">
      <dgm:prSet presAssocID="{BB88AE1D-B5C6-43F5-821E-25DCA581B658}" presName="rootComposite" presStyleCnt="0"/>
      <dgm:spPr/>
    </dgm:pt>
    <dgm:pt modelId="{97B40E0F-713A-4A5C-A0A6-EE3FE6A5AD80}" type="pres">
      <dgm:prSet presAssocID="{BB88AE1D-B5C6-43F5-821E-25DCA581B658}" presName="rootText" presStyleLbl="node3" presStyleIdx="1" presStyleCnt="4">
        <dgm:presLayoutVars>
          <dgm:chPref val="3"/>
        </dgm:presLayoutVars>
      </dgm:prSet>
      <dgm:spPr/>
    </dgm:pt>
    <dgm:pt modelId="{078AE72A-2532-4D06-894D-9360F69B980A}" type="pres">
      <dgm:prSet presAssocID="{BB88AE1D-B5C6-43F5-821E-25DCA581B658}" presName="rootConnector" presStyleLbl="node3" presStyleIdx="1" presStyleCnt="4"/>
      <dgm:spPr/>
    </dgm:pt>
    <dgm:pt modelId="{22AED0FA-C8FA-491B-BA60-24D6AAB92C27}" type="pres">
      <dgm:prSet presAssocID="{BB88AE1D-B5C6-43F5-821E-25DCA581B658}" presName="hierChild4" presStyleCnt="0"/>
      <dgm:spPr/>
    </dgm:pt>
    <dgm:pt modelId="{F4CD8F89-B49D-4785-8852-9CCAE6EB8F57}" type="pres">
      <dgm:prSet presAssocID="{BB88AE1D-B5C6-43F5-821E-25DCA581B658}" presName="hierChild5" presStyleCnt="0"/>
      <dgm:spPr/>
    </dgm:pt>
    <dgm:pt modelId="{BFBAEBFC-EE45-4CB5-98F5-1EBBA1125A9E}" type="pres">
      <dgm:prSet presAssocID="{C07731DE-8CFB-4287-9AE2-09042E994E59}" presName="Name37" presStyleLbl="parChTrans1D3" presStyleIdx="2" presStyleCnt="4"/>
      <dgm:spPr/>
    </dgm:pt>
    <dgm:pt modelId="{D952B5C6-DE50-41E2-996E-F4B96C11495C}" type="pres">
      <dgm:prSet presAssocID="{2D2F156F-B361-473B-845C-5D267FB7F8E5}" presName="hierRoot2" presStyleCnt="0">
        <dgm:presLayoutVars>
          <dgm:hierBranch val="init"/>
        </dgm:presLayoutVars>
      </dgm:prSet>
      <dgm:spPr/>
    </dgm:pt>
    <dgm:pt modelId="{F878E2CD-CA93-45C0-9840-F572A56F5860}" type="pres">
      <dgm:prSet presAssocID="{2D2F156F-B361-473B-845C-5D267FB7F8E5}" presName="rootComposite" presStyleCnt="0"/>
      <dgm:spPr/>
    </dgm:pt>
    <dgm:pt modelId="{8D877CA7-C2FF-4B62-B27F-0E08E0ADECD2}" type="pres">
      <dgm:prSet presAssocID="{2D2F156F-B361-473B-845C-5D267FB7F8E5}" presName="rootText" presStyleLbl="node3" presStyleIdx="2" presStyleCnt="4" custLinFactX="20825" custLinFactY="-41657" custLinFactNeighborX="100000" custLinFactNeighborY="-100000">
        <dgm:presLayoutVars>
          <dgm:chPref val="3"/>
        </dgm:presLayoutVars>
      </dgm:prSet>
      <dgm:spPr/>
    </dgm:pt>
    <dgm:pt modelId="{BD2C636B-B777-483B-A108-88E6B7747A0A}" type="pres">
      <dgm:prSet presAssocID="{2D2F156F-B361-473B-845C-5D267FB7F8E5}" presName="rootConnector" presStyleLbl="node3" presStyleIdx="2" presStyleCnt="4"/>
      <dgm:spPr/>
    </dgm:pt>
    <dgm:pt modelId="{77397638-D5EB-490F-9A55-F093D04868D4}" type="pres">
      <dgm:prSet presAssocID="{2D2F156F-B361-473B-845C-5D267FB7F8E5}" presName="hierChild4" presStyleCnt="0"/>
      <dgm:spPr/>
    </dgm:pt>
    <dgm:pt modelId="{03D3984B-1807-4218-B113-350F2FDC672D}" type="pres">
      <dgm:prSet presAssocID="{2D2F156F-B361-473B-845C-5D267FB7F8E5}" presName="hierChild5" presStyleCnt="0"/>
      <dgm:spPr/>
    </dgm:pt>
    <dgm:pt modelId="{0D4E906F-28DD-4393-B879-7B9C4352ECD4}" type="pres">
      <dgm:prSet presAssocID="{549C6831-B545-42C6-B447-A3A3F86777DC}" presName="Name37" presStyleLbl="parChTrans1D3" presStyleIdx="3" presStyleCnt="4"/>
      <dgm:spPr/>
    </dgm:pt>
    <dgm:pt modelId="{A687AD71-C07C-4223-B26D-22DE01718444}" type="pres">
      <dgm:prSet presAssocID="{25609349-06A8-4C40-8F4C-D06AEBD4B10F}" presName="hierRoot2" presStyleCnt="0">
        <dgm:presLayoutVars>
          <dgm:hierBranch val="init"/>
        </dgm:presLayoutVars>
      </dgm:prSet>
      <dgm:spPr/>
    </dgm:pt>
    <dgm:pt modelId="{ABCA00B0-F0ED-474E-AFFE-1BE053327C3F}" type="pres">
      <dgm:prSet presAssocID="{25609349-06A8-4C40-8F4C-D06AEBD4B10F}" presName="rootComposite" presStyleCnt="0"/>
      <dgm:spPr/>
    </dgm:pt>
    <dgm:pt modelId="{0D83A3BB-26D9-4FD2-B1C4-324F19A32C3B}" type="pres">
      <dgm:prSet presAssocID="{25609349-06A8-4C40-8F4C-D06AEBD4B10F}" presName="rootText" presStyleLbl="node3" presStyleIdx="3" presStyleCnt="4" custLinFactY="-41657" custLinFactNeighborX="-4166" custLinFactNeighborY="-100000">
        <dgm:presLayoutVars>
          <dgm:chPref val="3"/>
        </dgm:presLayoutVars>
      </dgm:prSet>
      <dgm:spPr/>
    </dgm:pt>
    <dgm:pt modelId="{5D87CBF4-51FD-43DB-BA55-6B438115F60E}" type="pres">
      <dgm:prSet presAssocID="{25609349-06A8-4C40-8F4C-D06AEBD4B10F}" presName="rootConnector" presStyleLbl="node3" presStyleIdx="3" presStyleCnt="4"/>
      <dgm:spPr/>
    </dgm:pt>
    <dgm:pt modelId="{3D064F73-5669-41DB-BB12-7CED8CE51E15}" type="pres">
      <dgm:prSet presAssocID="{25609349-06A8-4C40-8F4C-D06AEBD4B10F}" presName="hierChild4" presStyleCnt="0"/>
      <dgm:spPr/>
    </dgm:pt>
    <dgm:pt modelId="{FAAAD785-0942-4A29-BEEF-452A9E5D6604}" type="pres">
      <dgm:prSet presAssocID="{25609349-06A8-4C40-8F4C-D06AEBD4B10F}" presName="hierChild5" presStyleCnt="0"/>
      <dgm:spPr/>
    </dgm:pt>
    <dgm:pt modelId="{38820323-4FD8-4D4F-A102-D4A03C3BB99A}" type="pres">
      <dgm:prSet presAssocID="{D6633FC7-F483-433E-A3D7-3A03841EEA69}" presName="hierChild7" presStyleCnt="0"/>
      <dgm:spPr/>
    </dgm:pt>
  </dgm:ptLst>
  <dgm:cxnLst>
    <dgm:cxn modelId="{E90AF108-CC50-4C8A-9C18-CD4654A88256}" type="presOf" srcId="{9C7CD617-56E6-49BC-AFA9-EC0BB555EF8F}" destId="{61890EA9-7AF4-4B77-95FE-324D38C8E6A6}" srcOrd="0" destOrd="0" presId="urn:microsoft.com/office/officeart/2005/8/layout/orgChart1"/>
    <dgm:cxn modelId="{8076A517-CD71-462E-B55B-3C7DC39B0067}" type="presOf" srcId="{2D2F156F-B361-473B-845C-5D267FB7F8E5}" destId="{BD2C636B-B777-483B-A108-88E6B7747A0A}" srcOrd="1" destOrd="0" presId="urn:microsoft.com/office/officeart/2005/8/layout/orgChart1"/>
    <dgm:cxn modelId="{0401F52F-54CB-4551-BD34-BFA73401FA8B}" type="presOf" srcId="{D6633FC7-F483-433E-A3D7-3A03841EEA69}" destId="{740B3414-B9E6-4961-A3E8-192AF284D3B8}" srcOrd="0" destOrd="0" presId="urn:microsoft.com/office/officeart/2005/8/layout/orgChart1"/>
    <dgm:cxn modelId="{E0313F42-0917-4C30-BD12-E64BC78BB236}" type="presOf" srcId="{D6633FC7-F483-433E-A3D7-3A03841EEA69}" destId="{F734E761-BCCB-48A8-913C-9B2F0366A260}" srcOrd="1" destOrd="0" presId="urn:microsoft.com/office/officeart/2005/8/layout/orgChart1"/>
    <dgm:cxn modelId="{589FE64A-265F-4C5A-89EE-C48AF106FA6C}" type="presOf" srcId="{39DD63D7-95E7-4945-98BD-99179A66F4D1}" destId="{52B2C033-BCD8-491A-A1D2-D2BC0B502C11}" srcOrd="0" destOrd="0" presId="urn:microsoft.com/office/officeart/2005/8/layout/orgChart1"/>
    <dgm:cxn modelId="{5080296D-4AF0-4450-A434-0699EF4763E5}" type="presOf" srcId="{982FB55B-FD43-494E-BE43-E6F049D59C72}" destId="{E8918EE5-9DE1-40C8-8BE0-45C6D456AFFB}" srcOrd="0" destOrd="0" presId="urn:microsoft.com/office/officeart/2005/8/layout/orgChart1"/>
    <dgm:cxn modelId="{6647454D-7B83-4824-8406-E85EB4801E16}" type="presOf" srcId="{9D493F2E-E95A-4088-9F41-76A99DDA6AF2}" destId="{9CD4C5DC-36F4-4959-9BBB-E2E2EBA987FE}" srcOrd="0" destOrd="0" presId="urn:microsoft.com/office/officeart/2005/8/layout/orgChart1"/>
    <dgm:cxn modelId="{27559A4F-206D-4974-A43D-0DBBAEC57D2F}" type="presOf" srcId="{549C6831-B545-42C6-B447-A3A3F86777DC}" destId="{0D4E906F-28DD-4393-B879-7B9C4352ECD4}" srcOrd="0" destOrd="0" presId="urn:microsoft.com/office/officeart/2005/8/layout/orgChart1"/>
    <dgm:cxn modelId="{0E73FE72-4C3C-41A7-AABE-C182B6483A65}" srcId="{D6633FC7-F483-433E-A3D7-3A03841EEA69}" destId="{BB88AE1D-B5C6-43F5-821E-25DCA581B658}" srcOrd="1" destOrd="0" parTransId="{0176CFA0-BA29-403A-B5BE-2EC3C8CCDD73}" sibTransId="{F64FB23E-0D59-4998-8854-76FD0A2E7646}"/>
    <dgm:cxn modelId="{EE9E737E-F8F4-407A-9DD9-36654F6D9006}" srcId="{9D493F2E-E95A-4088-9F41-76A99DDA6AF2}" destId="{D6633FC7-F483-433E-A3D7-3A03841EEA69}" srcOrd="0" destOrd="0" parTransId="{9608EA59-1775-4EC1-AD4F-FB7DF3840161}" sibTransId="{D5973992-7278-4BFA-A9D1-C82B82C109AC}"/>
    <dgm:cxn modelId="{693BDB93-8B45-428A-9A64-30138482FD40}" type="presOf" srcId="{982FB55B-FD43-494E-BE43-E6F049D59C72}" destId="{59E27CA2-189E-4773-B854-C25DE44C7761}" srcOrd="1" destOrd="0" presId="urn:microsoft.com/office/officeart/2005/8/layout/orgChart1"/>
    <dgm:cxn modelId="{DB2D8EA0-12A9-4707-A5CB-A0BFCB3206D1}" type="presOf" srcId="{BB88AE1D-B5C6-43F5-821E-25DCA581B658}" destId="{97B40E0F-713A-4A5C-A0A6-EE3FE6A5AD80}" srcOrd="0" destOrd="0" presId="urn:microsoft.com/office/officeart/2005/8/layout/orgChart1"/>
    <dgm:cxn modelId="{020EF9A4-8EBC-4DDA-84B9-9AA5EDEAD853}" srcId="{39DD63D7-95E7-4945-98BD-99179A66F4D1}" destId="{9D493F2E-E95A-4088-9F41-76A99DDA6AF2}" srcOrd="0" destOrd="0" parTransId="{C5BF28DF-5D0C-4FB1-9827-6715D6462BC1}" sibTransId="{215D22BC-18EF-49F8-84F7-44A2E391C5C3}"/>
    <dgm:cxn modelId="{191A7AA5-F457-47DE-A36A-4AE1CA3619DB}" type="presOf" srcId="{25609349-06A8-4C40-8F4C-D06AEBD4B10F}" destId="{0D83A3BB-26D9-4FD2-B1C4-324F19A32C3B}" srcOrd="0" destOrd="0" presId="urn:microsoft.com/office/officeart/2005/8/layout/orgChart1"/>
    <dgm:cxn modelId="{4542F9AA-5317-4B9F-A723-B74CBFFAC86B}" type="presOf" srcId="{9D493F2E-E95A-4088-9F41-76A99DDA6AF2}" destId="{83AD743D-917A-413C-982E-5A74F586384F}" srcOrd="1" destOrd="0" presId="urn:microsoft.com/office/officeart/2005/8/layout/orgChart1"/>
    <dgm:cxn modelId="{EE0CD6B3-6969-435C-A25A-8D5DA12CC17D}" srcId="{D6633FC7-F483-433E-A3D7-3A03841EEA69}" destId="{25609349-06A8-4C40-8F4C-D06AEBD4B10F}" srcOrd="3" destOrd="0" parTransId="{549C6831-B545-42C6-B447-A3A3F86777DC}" sibTransId="{66700DF7-7FDC-4208-8B7F-71F3C22FB7B0}"/>
    <dgm:cxn modelId="{4E98C2B7-0E8F-4091-978E-C55BD9F0F60E}" srcId="{D6633FC7-F483-433E-A3D7-3A03841EEA69}" destId="{2D2F156F-B361-473B-845C-5D267FB7F8E5}" srcOrd="2" destOrd="0" parTransId="{C07731DE-8CFB-4287-9AE2-09042E994E59}" sibTransId="{AA49DA43-1589-49F7-9C97-93A3A3DF5B31}"/>
    <dgm:cxn modelId="{5C1922C0-5C73-40D6-A4CB-ACDB06589C0B}" type="presOf" srcId="{0176CFA0-BA29-403A-B5BE-2EC3C8CCDD73}" destId="{7292DABD-0844-47C2-AE31-564A689C49BF}" srcOrd="0" destOrd="0" presId="urn:microsoft.com/office/officeart/2005/8/layout/orgChart1"/>
    <dgm:cxn modelId="{EA67A7CF-B1CD-42A8-A803-5629C7A97CF6}" type="presOf" srcId="{25609349-06A8-4C40-8F4C-D06AEBD4B10F}" destId="{5D87CBF4-51FD-43DB-BA55-6B438115F60E}" srcOrd="1" destOrd="0" presId="urn:microsoft.com/office/officeart/2005/8/layout/orgChart1"/>
    <dgm:cxn modelId="{6C8940D0-B4ED-4784-B220-A597A5B44356}" type="presOf" srcId="{9608EA59-1775-4EC1-AD4F-FB7DF3840161}" destId="{B5870A18-E667-4EF9-85D7-470E45092001}" srcOrd="0" destOrd="0" presId="urn:microsoft.com/office/officeart/2005/8/layout/orgChart1"/>
    <dgm:cxn modelId="{41C0BDD8-0902-403E-9E8E-DFDAD94081F1}" type="presOf" srcId="{C07731DE-8CFB-4287-9AE2-09042E994E59}" destId="{BFBAEBFC-EE45-4CB5-98F5-1EBBA1125A9E}" srcOrd="0" destOrd="0" presId="urn:microsoft.com/office/officeart/2005/8/layout/orgChart1"/>
    <dgm:cxn modelId="{7864CBDB-164B-468D-AB2F-81FE436D44FA}" type="presOf" srcId="{2D2F156F-B361-473B-845C-5D267FB7F8E5}" destId="{8D877CA7-C2FF-4B62-B27F-0E08E0ADECD2}" srcOrd="0" destOrd="0" presId="urn:microsoft.com/office/officeart/2005/8/layout/orgChart1"/>
    <dgm:cxn modelId="{17C39BE1-AA6C-4B48-8500-08EF028E8BF9}" type="presOf" srcId="{BB88AE1D-B5C6-43F5-821E-25DCA581B658}" destId="{078AE72A-2532-4D06-894D-9360F69B980A}" srcOrd="1" destOrd="0" presId="urn:microsoft.com/office/officeart/2005/8/layout/orgChart1"/>
    <dgm:cxn modelId="{EFB6F3F5-667A-4AFA-A4E2-40418D259BB5}" srcId="{D6633FC7-F483-433E-A3D7-3A03841EEA69}" destId="{982FB55B-FD43-494E-BE43-E6F049D59C72}" srcOrd="0" destOrd="0" parTransId="{9C7CD617-56E6-49BC-AFA9-EC0BB555EF8F}" sibTransId="{61209586-0274-4FEE-9E3B-0CA4F1604A55}"/>
    <dgm:cxn modelId="{1E1C6844-3CE8-4451-AA5A-46590D63B93B}" type="presParOf" srcId="{52B2C033-BCD8-491A-A1D2-D2BC0B502C11}" destId="{F77F9891-42A8-4E47-AB1A-E6E2F3E5BBEB}" srcOrd="0" destOrd="0" presId="urn:microsoft.com/office/officeart/2005/8/layout/orgChart1"/>
    <dgm:cxn modelId="{C368B7EF-2EB6-4570-AE66-6CD44527FC89}" type="presParOf" srcId="{F77F9891-42A8-4E47-AB1A-E6E2F3E5BBEB}" destId="{D9C8EDAD-F507-43CC-87D3-1F0D93795522}" srcOrd="0" destOrd="0" presId="urn:microsoft.com/office/officeart/2005/8/layout/orgChart1"/>
    <dgm:cxn modelId="{C9E7301E-F5A2-451A-9DA7-CBC07EA75B2E}" type="presParOf" srcId="{D9C8EDAD-F507-43CC-87D3-1F0D93795522}" destId="{9CD4C5DC-36F4-4959-9BBB-E2E2EBA987FE}" srcOrd="0" destOrd="0" presId="urn:microsoft.com/office/officeart/2005/8/layout/orgChart1"/>
    <dgm:cxn modelId="{B1A133FE-B08B-4D57-8937-6F2184634B83}" type="presParOf" srcId="{D9C8EDAD-F507-43CC-87D3-1F0D93795522}" destId="{83AD743D-917A-413C-982E-5A74F586384F}" srcOrd="1" destOrd="0" presId="urn:microsoft.com/office/officeart/2005/8/layout/orgChart1"/>
    <dgm:cxn modelId="{DD2886F2-B1E5-4CAF-8D11-85FC2DA90CE8}" type="presParOf" srcId="{F77F9891-42A8-4E47-AB1A-E6E2F3E5BBEB}" destId="{53DF3941-271F-4250-B8F5-FAE9367C1318}" srcOrd="1" destOrd="0" presId="urn:microsoft.com/office/officeart/2005/8/layout/orgChart1"/>
    <dgm:cxn modelId="{89D56202-BB43-4B4E-A453-66A32D6D3F3B}" type="presParOf" srcId="{F77F9891-42A8-4E47-AB1A-E6E2F3E5BBEB}" destId="{8BB552AB-F554-4207-BD87-FEA69EE64D6C}" srcOrd="2" destOrd="0" presId="urn:microsoft.com/office/officeart/2005/8/layout/orgChart1"/>
    <dgm:cxn modelId="{927FA80F-7265-49D4-9946-DA22FF8E69A5}" type="presParOf" srcId="{8BB552AB-F554-4207-BD87-FEA69EE64D6C}" destId="{B5870A18-E667-4EF9-85D7-470E45092001}" srcOrd="0" destOrd="0" presId="urn:microsoft.com/office/officeart/2005/8/layout/orgChart1"/>
    <dgm:cxn modelId="{3525561F-491D-4C7E-AA33-D610765AD52C}" type="presParOf" srcId="{8BB552AB-F554-4207-BD87-FEA69EE64D6C}" destId="{833DA4E4-DA48-4352-9D61-5114D32E5A25}" srcOrd="1" destOrd="0" presId="urn:microsoft.com/office/officeart/2005/8/layout/orgChart1"/>
    <dgm:cxn modelId="{DDFB1964-BFC8-476B-8B0E-D25FCB2F5D07}" type="presParOf" srcId="{833DA4E4-DA48-4352-9D61-5114D32E5A25}" destId="{4C3A7364-3EC2-4092-8C32-A85D98A24D83}" srcOrd="0" destOrd="0" presId="urn:microsoft.com/office/officeart/2005/8/layout/orgChart1"/>
    <dgm:cxn modelId="{B454EF21-0EC4-40F7-A843-6B16B7577D76}" type="presParOf" srcId="{4C3A7364-3EC2-4092-8C32-A85D98A24D83}" destId="{740B3414-B9E6-4961-A3E8-192AF284D3B8}" srcOrd="0" destOrd="0" presId="urn:microsoft.com/office/officeart/2005/8/layout/orgChart1"/>
    <dgm:cxn modelId="{273BC884-3620-4CAC-BF2A-92807FBB9883}" type="presParOf" srcId="{4C3A7364-3EC2-4092-8C32-A85D98A24D83}" destId="{F734E761-BCCB-48A8-913C-9B2F0366A260}" srcOrd="1" destOrd="0" presId="urn:microsoft.com/office/officeart/2005/8/layout/orgChart1"/>
    <dgm:cxn modelId="{D7BA08A9-BFA4-4740-9ACF-5E23FB3DD1B1}" type="presParOf" srcId="{833DA4E4-DA48-4352-9D61-5114D32E5A25}" destId="{D27E16D8-4208-4110-8D83-C7260787E60A}" srcOrd="1" destOrd="0" presId="urn:microsoft.com/office/officeart/2005/8/layout/orgChart1"/>
    <dgm:cxn modelId="{FE94B900-6AA1-488B-A95C-B7E8756BC65D}" type="presParOf" srcId="{D27E16D8-4208-4110-8D83-C7260787E60A}" destId="{61890EA9-7AF4-4B77-95FE-324D38C8E6A6}" srcOrd="0" destOrd="0" presId="urn:microsoft.com/office/officeart/2005/8/layout/orgChart1"/>
    <dgm:cxn modelId="{664CBC2D-6383-4DE6-923F-05A63463B323}" type="presParOf" srcId="{D27E16D8-4208-4110-8D83-C7260787E60A}" destId="{E2C03550-C38F-410C-83A3-A5086F1E846E}" srcOrd="1" destOrd="0" presId="urn:microsoft.com/office/officeart/2005/8/layout/orgChart1"/>
    <dgm:cxn modelId="{841E5D23-B6C8-4D26-A261-434F1B21A851}" type="presParOf" srcId="{E2C03550-C38F-410C-83A3-A5086F1E846E}" destId="{D44923D9-CD0A-4AE5-98A0-45F23E6754C4}" srcOrd="0" destOrd="0" presId="urn:microsoft.com/office/officeart/2005/8/layout/orgChart1"/>
    <dgm:cxn modelId="{59F93080-FD5E-4C61-9C2E-59A16099775B}" type="presParOf" srcId="{D44923D9-CD0A-4AE5-98A0-45F23E6754C4}" destId="{E8918EE5-9DE1-40C8-8BE0-45C6D456AFFB}" srcOrd="0" destOrd="0" presId="urn:microsoft.com/office/officeart/2005/8/layout/orgChart1"/>
    <dgm:cxn modelId="{059B90EA-02C4-4A23-950D-3C5CCC3C2E21}" type="presParOf" srcId="{D44923D9-CD0A-4AE5-98A0-45F23E6754C4}" destId="{59E27CA2-189E-4773-B854-C25DE44C7761}" srcOrd="1" destOrd="0" presId="urn:microsoft.com/office/officeart/2005/8/layout/orgChart1"/>
    <dgm:cxn modelId="{CD2145E0-D148-4F87-9B84-0B725914D5B2}" type="presParOf" srcId="{E2C03550-C38F-410C-83A3-A5086F1E846E}" destId="{3AE916BE-5DB9-4511-816E-25B0F6C55CDA}" srcOrd="1" destOrd="0" presId="urn:microsoft.com/office/officeart/2005/8/layout/orgChart1"/>
    <dgm:cxn modelId="{9B9A7A88-4AC9-4A5A-BC2C-909C60816A86}" type="presParOf" srcId="{E2C03550-C38F-410C-83A3-A5086F1E846E}" destId="{B0D6FC28-5C61-45A1-BBBD-00B279F990DD}" srcOrd="2" destOrd="0" presId="urn:microsoft.com/office/officeart/2005/8/layout/orgChart1"/>
    <dgm:cxn modelId="{9D609095-6CFF-4F55-A4BB-8335E801ACAA}" type="presParOf" srcId="{D27E16D8-4208-4110-8D83-C7260787E60A}" destId="{7292DABD-0844-47C2-AE31-564A689C49BF}" srcOrd="2" destOrd="0" presId="urn:microsoft.com/office/officeart/2005/8/layout/orgChart1"/>
    <dgm:cxn modelId="{EAC83270-0C81-4039-9FE7-13E71C5F2C22}" type="presParOf" srcId="{D27E16D8-4208-4110-8D83-C7260787E60A}" destId="{4BF06C3D-D4D8-4F4D-ACED-6A624152E664}" srcOrd="3" destOrd="0" presId="urn:microsoft.com/office/officeart/2005/8/layout/orgChart1"/>
    <dgm:cxn modelId="{3BAF3FBE-64FD-4A7D-A2BF-867FCEB5EF1C}" type="presParOf" srcId="{4BF06C3D-D4D8-4F4D-ACED-6A624152E664}" destId="{7056DAF1-98AF-4481-B1EC-2932EF299B92}" srcOrd="0" destOrd="0" presId="urn:microsoft.com/office/officeart/2005/8/layout/orgChart1"/>
    <dgm:cxn modelId="{9DFDCCE7-95D7-4FC9-89C5-B34A74CEAE3F}" type="presParOf" srcId="{7056DAF1-98AF-4481-B1EC-2932EF299B92}" destId="{97B40E0F-713A-4A5C-A0A6-EE3FE6A5AD80}" srcOrd="0" destOrd="0" presId="urn:microsoft.com/office/officeart/2005/8/layout/orgChart1"/>
    <dgm:cxn modelId="{0B9BBA80-E6B1-4614-8D23-9381FCEA36E5}" type="presParOf" srcId="{7056DAF1-98AF-4481-B1EC-2932EF299B92}" destId="{078AE72A-2532-4D06-894D-9360F69B980A}" srcOrd="1" destOrd="0" presId="urn:microsoft.com/office/officeart/2005/8/layout/orgChart1"/>
    <dgm:cxn modelId="{92C14921-390B-443E-AD6C-C94632EE3959}" type="presParOf" srcId="{4BF06C3D-D4D8-4F4D-ACED-6A624152E664}" destId="{22AED0FA-C8FA-491B-BA60-24D6AAB92C27}" srcOrd="1" destOrd="0" presId="urn:microsoft.com/office/officeart/2005/8/layout/orgChart1"/>
    <dgm:cxn modelId="{F9B9F568-F6E9-40B2-A4BF-96CD75D26B51}" type="presParOf" srcId="{4BF06C3D-D4D8-4F4D-ACED-6A624152E664}" destId="{F4CD8F89-B49D-4785-8852-9CCAE6EB8F57}" srcOrd="2" destOrd="0" presId="urn:microsoft.com/office/officeart/2005/8/layout/orgChart1"/>
    <dgm:cxn modelId="{436D9AF6-5DF9-4E1F-8CAF-994BCAC9382A}" type="presParOf" srcId="{D27E16D8-4208-4110-8D83-C7260787E60A}" destId="{BFBAEBFC-EE45-4CB5-98F5-1EBBA1125A9E}" srcOrd="4" destOrd="0" presId="urn:microsoft.com/office/officeart/2005/8/layout/orgChart1"/>
    <dgm:cxn modelId="{10A58ABE-104B-4B5E-A01D-2CB7B0231257}" type="presParOf" srcId="{D27E16D8-4208-4110-8D83-C7260787E60A}" destId="{D952B5C6-DE50-41E2-996E-F4B96C11495C}" srcOrd="5" destOrd="0" presId="urn:microsoft.com/office/officeart/2005/8/layout/orgChart1"/>
    <dgm:cxn modelId="{22564CBA-E0A9-4662-B438-302CC85150B6}" type="presParOf" srcId="{D952B5C6-DE50-41E2-996E-F4B96C11495C}" destId="{F878E2CD-CA93-45C0-9840-F572A56F5860}" srcOrd="0" destOrd="0" presId="urn:microsoft.com/office/officeart/2005/8/layout/orgChart1"/>
    <dgm:cxn modelId="{61C3D34B-3E35-4326-BAA5-2BA9554678BF}" type="presParOf" srcId="{F878E2CD-CA93-45C0-9840-F572A56F5860}" destId="{8D877CA7-C2FF-4B62-B27F-0E08E0ADECD2}" srcOrd="0" destOrd="0" presId="urn:microsoft.com/office/officeart/2005/8/layout/orgChart1"/>
    <dgm:cxn modelId="{7330E76B-2D7A-49AA-BB3D-5940CE5F5FB7}" type="presParOf" srcId="{F878E2CD-CA93-45C0-9840-F572A56F5860}" destId="{BD2C636B-B777-483B-A108-88E6B7747A0A}" srcOrd="1" destOrd="0" presId="urn:microsoft.com/office/officeart/2005/8/layout/orgChart1"/>
    <dgm:cxn modelId="{6BAB7FC7-0321-4586-AACB-237CF3126876}" type="presParOf" srcId="{D952B5C6-DE50-41E2-996E-F4B96C11495C}" destId="{77397638-D5EB-490F-9A55-F093D04868D4}" srcOrd="1" destOrd="0" presId="urn:microsoft.com/office/officeart/2005/8/layout/orgChart1"/>
    <dgm:cxn modelId="{7BB18763-9F15-452D-B2F5-691DBF8BAC29}" type="presParOf" srcId="{D952B5C6-DE50-41E2-996E-F4B96C11495C}" destId="{03D3984B-1807-4218-B113-350F2FDC672D}" srcOrd="2" destOrd="0" presId="urn:microsoft.com/office/officeart/2005/8/layout/orgChart1"/>
    <dgm:cxn modelId="{A33AA387-F87F-4E36-A638-0C2275DFE82D}" type="presParOf" srcId="{D27E16D8-4208-4110-8D83-C7260787E60A}" destId="{0D4E906F-28DD-4393-B879-7B9C4352ECD4}" srcOrd="6" destOrd="0" presId="urn:microsoft.com/office/officeart/2005/8/layout/orgChart1"/>
    <dgm:cxn modelId="{0C6AA9FD-A82E-49A2-94A0-5215F0FE6BDA}" type="presParOf" srcId="{D27E16D8-4208-4110-8D83-C7260787E60A}" destId="{A687AD71-C07C-4223-B26D-22DE01718444}" srcOrd="7" destOrd="0" presId="urn:microsoft.com/office/officeart/2005/8/layout/orgChart1"/>
    <dgm:cxn modelId="{7309FBA7-4982-43B3-97E5-92100AF0B4A1}" type="presParOf" srcId="{A687AD71-C07C-4223-B26D-22DE01718444}" destId="{ABCA00B0-F0ED-474E-AFFE-1BE053327C3F}" srcOrd="0" destOrd="0" presId="urn:microsoft.com/office/officeart/2005/8/layout/orgChart1"/>
    <dgm:cxn modelId="{07316734-425A-4BB7-950D-5FA199E58459}" type="presParOf" srcId="{ABCA00B0-F0ED-474E-AFFE-1BE053327C3F}" destId="{0D83A3BB-26D9-4FD2-B1C4-324F19A32C3B}" srcOrd="0" destOrd="0" presId="urn:microsoft.com/office/officeart/2005/8/layout/orgChart1"/>
    <dgm:cxn modelId="{466790A2-3F6B-494E-BA79-5BB5E86B7C5B}" type="presParOf" srcId="{ABCA00B0-F0ED-474E-AFFE-1BE053327C3F}" destId="{5D87CBF4-51FD-43DB-BA55-6B438115F60E}" srcOrd="1" destOrd="0" presId="urn:microsoft.com/office/officeart/2005/8/layout/orgChart1"/>
    <dgm:cxn modelId="{026B1ABA-BDF7-4603-B516-3D3C2484B1E5}" type="presParOf" srcId="{A687AD71-C07C-4223-B26D-22DE01718444}" destId="{3D064F73-5669-41DB-BB12-7CED8CE51E15}" srcOrd="1" destOrd="0" presId="urn:microsoft.com/office/officeart/2005/8/layout/orgChart1"/>
    <dgm:cxn modelId="{88C63E08-A52D-429E-9DD4-51C2BAAE2FFA}" type="presParOf" srcId="{A687AD71-C07C-4223-B26D-22DE01718444}" destId="{FAAAD785-0942-4A29-BEEF-452A9E5D6604}" srcOrd="2" destOrd="0" presId="urn:microsoft.com/office/officeart/2005/8/layout/orgChart1"/>
    <dgm:cxn modelId="{004ADEC2-C19D-4CD4-80EE-63E8BA84A0E4}" type="presParOf" srcId="{833DA4E4-DA48-4352-9D61-5114D32E5A25}" destId="{38820323-4FD8-4D4F-A102-D4A03C3BB99A}"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02090A-2B83-4638-8F9C-1B75ED2A7A9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3A7F068-D251-40B4-B56C-C829F66E2413}">
      <dgm:prSet phldrT="[Text]" phldr="0" custT="1"/>
      <dgm:spPr/>
      <dgm:t>
        <a:bodyPr/>
        <a:lstStyle/>
        <a:p>
          <a:r>
            <a:rPr lang="en-US" sz="1600" dirty="0"/>
            <a:t>Microsoft Entra ID</a:t>
          </a:r>
        </a:p>
      </dgm:t>
    </dgm:pt>
    <dgm:pt modelId="{F1993A96-E647-4671-9466-DEF53C0A4AC2}" type="parTrans" cxnId="{0BC6D266-F4A8-4D2A-BA6B-B9118645759B}">
      <dgm:prSet/>
      <dgm:spPr/>
      <dgm:t>
        <a:bodyPr/>
        <a:lstStyle/>
        <a:p>
          <a:endParaRPr lang="en-US" sz="1600"/>
        </a:p>
      </dgm:t>
    </dgm:pt>
    <dgm:pt modelId="{61A5BF21-8BE0-4C59-8A20-49F81B093105}" type="sibTrans" cxnId="{0BC6D266-F4A8-4D2A-BA6B-B9118645759B}">
      <dgm:prSet/>
      <dgm:spPr/>
      <dgm:t>
        <a:bodyPr/>
        <a:lstStyle/>
        <a:p>
          <a:endParaRPr lang="en-US" sz="1600"/>
        </a:p>
      </dgm:t>
    </dgm:pt>
    <dgm:pt modelId="{CBDC8E06-4673-4E89-8A0A-A076D382EB41}" type="asst">
      <dgm:prSet phldrT="[Text]" phldr="0" custT="1"/>
      <dgm:spPr/>
      <dgm:t>
        <a:bodyPr/>
        <a:lstStyle/>
        <a:p>
          <a:r>
            <a:rPr lang="en-US" sz="1600" dirty="0"/>
            <a:t>Security Groups</a:t>
          </a:r>
        </a:p>
      </dgm:t>
    </dgm:pt>
    <dgm:pt modelId="{98951BF1-BB33-47CC-8ABF-7499F0DDBAFD}" type="parTrans" cxnId="{879BD55F-79D2-46F9-817F-3EC2D067FB5B}">
      <dgm:prSet/>
      <dgm:spPr/>
      <dgm:t>
        <a:bodyPr/>
        <a:lstStyle/>
        <a:p>
          <a:endParaRPr lang="en-US" sz="1600"/>
        </a:p>
      </dgm:t>
    </dgm:pt>
    <dgm:pt modelId="{8D4F0C12-7448-4133-B9A0-0F80723E0EDD}" type="sibTrans" cxnId="{879BD55F-79D2-46F9-817F-3EC2D067FB5B}">
      <dgm:prSet/>
      <dgm:spPr/>
      <dgm:t>
        <a:bodyPr/>
        <a:lstStyle/>
        <a:p>
          <a:endParaRPr lang="en-US" sz="1600"/>
        </a:p>
      </dgm:t>
    </dgm:pt>
    <dgm:pt modelId="{A0EF00EA-A4A7-47D2-9D73-E6101BF3D60F}">
      <dgm:prSet phldrT="[Text]" custT="1"/>
      <dgm:spPr/>
      <dgm:t>
        <a:bodyPr/>
        <a:lstStyle/>
        <a:p>
          <a:r>
            <a:rPr lang="en-US" sz="1600" dirty="0"/>
            <a:t>Azure RBAC</a:t>
          </a:r>
        </a:p>
      </dgm:t>
    </dgm:pt>
    <dgm:pt modelId="{2867B193-F671-4C10-9943-0D8AE362AA58}" type="parTrans" cxnId="{3C8924E7-7F9C-4EA7-823C-B88D700272B9}">
      <dgm:prSet/>
      <dgm:spPr/>
      <dgm:t>
        <a:bodyPr/>
        <a:lstStyle/>
        <a:p>
          <a:endParaRPr lang="en-US" sz="1600"/>
        </a:p>
      </dgm:t>
    </dgm:pt>
    <dgm:pt modelId="{65AE33D7-607F-4378-8868-B059582CF6A0}" type="sibTrans" cxnId="{3C8924E7-7F9C-4EA7-823C-B88D700272B9}">
      <dgm:prSet/>
      <dgm:spPr/>
      <dgm:t>
        <a:bodyPr/>
        <a:lstStyle/>
        <a:p>
          <a:endParaRPr lang="en-US" sz="1600"/>
        </a:p>
      </dgm:t>
    </dgm:pt>
    <dgm:pt modelId="{205DCB74-1912-4BF9-B38F-B1AE29EC2181}">
      <dgm:prSet phldrT="[Text]" custT="1"/>
      <dgm:spPr/>
      <dgm:t>
        <a:bodyPr/>
        <a:lstStyle/>
        <a:p>
          <a:r>
            <a:rPr lang="en-US" sz="1600" dirty="0"/>
            <a:t>Test Users</a:t>
          </a:r>
        </a:p>
      </dgm:t>
    </dgm:pt>
    <dgm:pt modelId="{C65A61A3-82EA-42C5-BA07-B3CAE29ABAD9}" type="parTrans" cxnId="{A9140402-8AE9-4D23-8CC6-3A9A167339AD}">
      <dgm:prSet/>
      <dgm:spPr/>
      <dgm:t>
        <a:bodyPr/>
        <a:lstStyle/>
        <a:p>
          <a:endParaRPr lang="en-US" sz="1600"/>
        </a:p>
      </dgm:t>
    </dgm:pt>
    <dgm:pt modelId="{326A5C48-17C4-4EF7-8A05-7C872D7586A6}" type="sibTrans" cxnId="{A9140402-8AE9-4D23-8CC6-3A9A167339AD}">
      <dgm:prSet/>
      <dgm:spPr/>
      <dgm:t>
        <a:bodyPr/>
        <a:lstStyle/>
        <a:p>
          <a:endParaRPr lang="en-US" sz="1600"/>
        </a:p>
      </dgm:t>
    </dgm:pt>
    <dgm:pt modelId="{42B9A5E6-2DDA-4A73-97E5-7543A0D119C9}" type="pres">
      <dgm:prSet presAssocID="{1402090A-2B83-4638-8F9C-1B75ED2A7A9D}" presName="hierChild1" presStyleCnt="0">
        <dgm:presLayoutVars>
          <dgm:orgChart val="1"/>
          <dgm:chPref val="1"/>
          <dgm:dir/>
          <dgm:animOne val="branch"/>
          <dgm:animLvl val="lvl"/>
          <dgm:resizeHandles/>
        </dgm:presLayoutVars>
      </dgm:prSet>
      <dgm:spPr/>
    </dgm:pt>
    <dgm:pt modelId="{4E82120F-7CD6-4904-924D-C4AF288D449C}" type="pres">
      <dgm:prSet presAssocID="{63A7F068-D251-40B4-B56C-C829F66E2413}" presName="hierRoot1" presStyleCnt="0">
        <dgm:presLayoutVars>
          <dgm:hierBranch val="init"/>
        </dgm:presLayoutVars>
      </dgm:prSet>
      <dgm:spPr/>
    </dgm:pt>
    <dgm:pt modelId="{BAA21026-0C05-4B82-8A4D-398E8EF935CB}" type="pres">
      <dgm:prSet presAssocID="{63A7F068-D251-40B4-B56C-C829F66E2413}" presName="rootComposite1" presStyleCnt="0"/>
      <dgm:spPr/>
    </dgm:pt>
    <dgm:pt modelId="{B258569E-4226-4CCA-B688-FA875A6DA7EA}" type="pres">
      <dgm:prSet presAssocID="{63A7F068-D251-40B4-B56C-C829F66E2413}" presName="rootText1" presStyleLbl="node0" presStyleIdx="0" presStyleCnt="1">
        <dgm:presLayoutVars>
          <dgm:chPref val="3"/>
        </dgm:presLayoutVars>
      </dgm:prSet>
      <dgm:spPr/>
    </dgm:pt>
    <dgm:pt modelId="{C2A0DC56-89CB-4B2E-9632-4DD2BC75593B}" type="pres">
      <dgm:prSet presAssocID="{63A7F068-D251-40B4-B56C-C829F66E2413}" presName="rootConnector1" presStyleLbl="node1" presStyleIdx="0" presStyleCnt="0"/>
      <dgm:spPr/>
    </dgm:pt>
    <dgm:pt modelId="{5B57767F-4CB0-4F06-BE35-BC9C46489380}" type="pres">
      <dgm:prSet presAssocID="{63A7F068-D251-40B4-B56C-C829F66E2413}" presName="hierChild2" presStyleCnt="0"/>
      <dgm:spPr/>
    </dgm:pt>
    <dgm:pt modelId="{2D083F54-4018-42A0-B1DC-9E404CD46F6B}" type="pres">
      <dgm:prSet presAssocID="{2867B193-F671-4C10-9943-0D8AE362AA58}" presName="Name37" presStyleLbl="parChTrans1D2" presStyleIdx="0" presStyleCnt="2"/>
      <dgm:spPr/>
    </dgm:pt>
    <dgm:pt modelId="{45441AC1-D12A-415A-9542-F05C667BC0CC}" type="pres">
      <dgm:prSet presAssocID="{A0EF00EA-A4A7-47D2-9D73-E6101BF3D60F}" presName="hierRoot2" presStyleCnt="0">
        <dgm:presLayoutVars>
          <dgm:hierBranch val="init"/>
        </dgm:presLayoutVars>
      </dgm:prSet>
      <dgm:spPr/>
    </dgm:pt>
    <dgm:pt modelId="{6763E4E6-5F9A-47CA-BAE4-FF96264B99BF}" type="pres">
      <dgm:prSet presAssocID="{A0EF00EA-A4A7-47D2-9D73-E6101BF3D60F}" presName="rootComposite" presStyleCnt="0"/>
      <dgm:spPr/>
    </dgm:pt>
    <dgm:pt modelId="{B938A130-9EEF-4B0F-A144-509A53BBF13B}" type="pres">
      <dgm:prSet presAssocID="{A0EF00EA-A4A7-47D2-9D73-E6101BF3D60F}" presName="rootText" presStyleLbl="node2" presStyleIdx="0" presStyleCnt="1" custLinFactX="100000" custLinFactY="-39165" custLinFactNeighborX="105435" custLinFactNeighborY="-100000">
        <dgm:presLayoutVars>
          <dgm:chPref val="3"/>
        </dgm:presLayoutVars>
      </dgm:prSet>
      <dgm:spPr/>
    </dgm:pt>
    <dgm:pt modelId="{B1CA18B7-2012-4F49-AB0A-F53B93EC92EB}" type="pres">
      <dgm:prSet presAssocID="{A0EF00EA-A4A7-47D2-9D73-E6101BF3D60F}" presName="rootConnector" presStyleLbl="node2" presStyleIdx="0" presStyleCnt="1"/>
      <dgm:spPr/>
    </dgm:pt>
    <dgm:pt modelId="{6930485C-6306-4F3A-9D5C-9430F4B9CA46}" type="pres">
      <dgm:prSet presAssocID="{A0EF00EA-A4A7-47D2-9D73-E6101BF3D60F}" presName="hierChild4" presStyleCnt="0"/>
      <dgm:spPr/>
    </dgm:pt>
    <dgm:pt modelId="{3D79DBFA-8D35-40E9-A38C-0610CB72B6AB}" type="pres">
      <dgm:prSet presAssocID="{A0EF00EA-A4A7-47D2-9D73-E6101BF3D60F}" presName="hierChild5" presStyleCnt="0"/>
      <dgm:spPr/>
    </dgm:pt>
    <dgm:pt modelId="{0213ADAE-4312-43B7-B628-8025EA7AD75D}" type="pres">
      <dgm:prSet presAssocID="{63A7F068-D251-40B4-B56C-C829F66E2413}" presName="hierChild3" presStyleCnt="0"/>
      <dgm:spPr/>
    </dgm:pt>
    <dgm:pt modelId="{21BD951E-C931-4D3D-8608-39A27267BB1A}" type="pres">
      <dgm:prSet presAssocID="{98951BF1-BB33-47CC-8ABF-7499F0DDBAFD}" presName="Name111" presStyleLbl="parChTrans1D2" presStyleIdx="1" presStyleCnt="2"/>
      <dgm:spPr/>
    </dgm:pt>
    <dgm:pt modelId="{06A0B55F-923C-4B4C-9646-F30D184744FB}" type="pres">
      <dgm:prSet presAssocID="{CBDC8E06-4673-4E89-8A0A-A076D382EB41}" presName="hierRoot3" presStyleCnt="0">
        <dgm:presLayoutVars>
          <dgm:hierBranch val="init"/>
        </dgm:presLayoutVars>
      </dgm:prSet>
      <dgm:spPr/>
    </dgm:pt>
    <dgm:pt modelId="{17B32F9A-FEB0-4AF0-9107-DE3CEF268A10}" type="pres">
      <dgm:prSet presAssocID="{CBDC8E06-4673-4E89-8A0A-A076D382EB41}" presName="rootComposite3" presStyleCnt="0"/>
      <dgm:spPr/>
    </dgm:pt>
    <dgm:pt modelId="{C0F5E045-500B-40EF-8182-F0F5DB86277C}" type="pres">
      <dgm:prSet presAssocID="{CBDC8E06-4673-4E89-8A0A-A076D382EB41}" presName="rootText3" presStyleLbl="asst1" presStyleIdx="0" presStyleCnt="1">
        <dgm:presLayoutVars>
          <dgm:chPref val="3"/>
        </dgm:presLayoutVars>
      </dgm:prSet>
      <dgm:spPr/>
    </dgm:pt>
    <dgm:pt modelId="{9B6DCC29-35F2-4003-AAED-6FB02BA1D9D7}" type="pres">
      <dgm:prSet presAssocID="{CBDC8E06-4673-4E89-8A0A-A076D382EB41}" presName="rootConnector3" presStyleLbl="asst1" presStyleIdx="0" presStyleCnt="1"/>
      <dgm:spPr/>
    </dgm:pt>
    <dgm:pt modelId="{30A077ED-F5D3-4C76-BE57-22B8B8F55003}" type="pres">
      <dgm:prSet presAssocID="{CBDC8E06-4673-4E89-8A0A-A076D382EB41}" presName="hierChild6" presStyleCnt="0"/>
      <dgm:spPr/>
    </dgm:pt>
    <dgm:pt modelId="{4A2FE808-6B5C-4110-BE13-17192A5B9489}" type="pres">
      <dgm:prSet presAssocID="{C65A61A3-82EA-42C5-BA07-B3CAE29ABAD9}" presName="Name37" presStyleLbl="parChTrans1D3" presStyleIdx="0" presStyleCnt="1"/>
      <dgm:spPr/>
    </dgm:pt>
    <dgm:pt modelId="{A82D17F3-8D8E-4691-8A1A-37FEB15B8503}" type="pres">
      <dgm:prSet presAssocID="{205DCB74-1912-4BF9-B38F-B1AE29EC2181}" presName="hierRoot2" presStyleCnt="0">
        <dgm:presLayoutVars>
          <dgm:hierBranch val="init"/>
        </dgm:presLayoutVars>
      </dgm:prSet>
      <dgm:spPr/>
    </dgm:pt>
    <dgm:pt modelId="{CAC4A244-58E3-43B6-A2CE-6559E0EBCB5A}" type="pres">
      <dgm:prSet presAssocID="{205DCB74-1912-4BF9-B38F-B1AE29EC2181}" presName="rootComposite" presStyleCnt="0"/>
      <dgm:spPr/>
    </dgm:pt>
    <dgm:pt modelId="{8AB86BBE-9593-4522-934B-AE1ABCD1A136}" type="pres">
      <dgm:prSet presAssocID="{205DCB74-1912-4BF9-B38F-B1AE29EC2181}" presName="rootText" presStyleLbl="node3" presStyleIdx="0" presStyleCnt="1" custLinFactNeighborX="-61623" custLinFactNeighborY="-4969">
        <dgm:presLayoutVars>
          <dgm:chPref val="3"/>
        </dgm:presLayoutVars>
      </dgm:prSet>
      <dgm:spPr/>
    </dgm:pt>
    <dgm:pt modelId="{D1F1D55D-57A0-4FCB-98E2-2215BDC202C3}" type="pres">
      <dgm:prSet presAssocID="{205DCB74-1912-4BF9-B38F-B1AE29EC2181}" presName="rootConnector" presStyleLbl="node3" presStyleIdx="0" presStyleCnt="1"/>
      <dgm:spPr/>
    </dgm:pt>
    <dgm:pt modelId="{9BEB9AB8-E6BB-41A8-A70D-367BE9641D15}" type="pres">
      <dgm:prSet presAssocID="{205DCB74-1912-4BF9-B38F-B1AE29EC2181}" presName="hierChild4" presStyleCnt="0"/>
      <dgm:spPr/>
    </dgm:pt>
    <dgm:pt modelId="{6DFA50DF-C272-49AD-AD74-6C321294213E}" type="pres">
      <dgm:prSet presAssocID="{205DCB74-1912-4BF9-B38F-B1AE29EC2181}" presName="hierChild5" presStyleCnt="0"/>
      <dgm:spPr/>
    </dgm:pt>
    <dgm:pt modelId="{ECA5B027-0F9A-4B47-947F-3CB745008CB7}" type="pres">
      <dgm:prSet presAssocID="{CBDC8E06-4673-4E89-8A0A-A076D382EB41}" presName="hierChild7" presStyleCnt="0"/>
      <dgm:spPr/>
    </dgm:pt>
  </dgm:ptLst>
  <dgm:cxnLst>
    <dgm:cxn modelId="{A9140402-8AE9-4D23-8CC6-3A9A167339AD}" srcId="{CBDC8E06-4673-4E89-8A0A-A076D382EB41}" destId="{205DCB74-1912-4BF9-B38F-B1AE29EC2181}" srcOrd="0" destOrd="0" parTransId="{C65A61A3-82EA-42C5-BA07-B3CAE29ABAD9}" sibTransId="{326A5C48-17C4-4EF7-8A05-7C872D7586A6}"/>
    <dgm:cxn modelId="{8A2EEB24-7212-4A7D-8A4D-1DBFAA191EBC}" type="presOf" srcId="{A0EF00EA-A4A7-47D2-9D73-E6101BF3D60F}" destId="{B1CA18B7-2012-4F49-AB0A-F53B93EC92EB}" srcOrd="1" destOrd="0" presId="urn:microsoft.com/office/officeart/2005/8/layout/orgChart1"/>
    <dgm:cxn modelId="{9C23B25E-9EC8-439F-9FAE-0D06C7BA982C}" type="presOf" srcId="{98951BF1-BB33-47CC-8ABF-7499F0DDBAFD}" destId="{21BD951E-C931-4D3D-8608-39A27267BB1A}" srcOrd="0" destOrd="0" presId="urn:microsoft.com/office/officeart/2005/8/layout/orgChart1"/>
    <dgm:cxn modelId="{879BD55F-79D2-46F9-817F-3EC2D067FB5B}" srcId="{63A7F068-D251-40B4-B56C-C829F66E2413}" destId="{CBDC8E06-4673-4E89-8A0A-A076D382EB41}" srcOrd="0" destOrd="0" parTransId="{98951BF1-BB33-47CC-8ABF-7499F0DDBAFD}" sibTransId="{8D4F0C12-7448-4133-B9A0-0F80723E0EDD}"/>
    <dgm:cxn modelId="{C4513343-B9C2-4D56-9C69-92594C161552}" type="presOf" srcId="{1402090A-2B83-4638-8F9C-1B75ED2A7A9D}" destId="{42B9A5E6-2DDA-4A73-97E5-7543A0D119C9}" srcOrd="0" destOrd="0" presId="urn:microsoft.com/office/officeart/2005/8/layout/orgChart1"/>
    <dgm:cxn modelId="{0BC6D266-F4A8-4D2A-BA6B-B9118645759B}" srcId="{1402090A-2B83-4638-8F9C-1B75ED2A7A9D}" destId="{63A7F068-D251-40B4-B56C-C829F66E2413}" srcOrd="0" destOrd="0" parTransId="{F1993A96-E647-4671-9466-DEF53C0A4AC2}" sibTransId="{61A5BF21-8BE0-4C59-8A20-49F81B093105}"/>
    <dgm:cxn modelId="{6F9C2D8B-468B-4189-91EF-3D962DA5EAA8}" type="presOf" srcId="{63A7F068-D251-40B4-B56C-C829F66E2413}" destId="{B258569E-4226-4CCA-B688-FA875A6DA7EA}" srcOrd="0" destOrd="0" presId="urn:microsoft.com/office/officeart/2005/8/layout/orgChart1"/>
    <dgm:cxn modelId="{C76F4691-7EA1-4B19-9510-25F49C7801C1}" type="presOf" srcId="{C65A61A3-82EA-42C5-BA07-B3CAE29ABAD9}" destId="{4A2FE808-6B5C-4110-BE13-17192A5B9489}" srcOrd="0" destOrd="0" presId="urn:microsoft.com/office/officeart/2005/8/layout/orgChart1"/>
    <dgm:cxn modelId="{A4BACCA0-1469-4FFE-A5A0-F226D6E0F310}" type="presOf" srcId="{205DCB74-1912-4BF9-B38F-B1AE29EC2181}" destId="{D1F1D55D-57A0-4FCB-98E2-2215BDC202C3}" srcOrd="1" destOrd="0" presId="urn:microsoft.com/office/officeart/2005/8/layout/orgChart1"/>
    <dgm:cxn modelId="{7E3AC6B1-6265-47E8-8E2A-0C5A3CE54849}" type="presOf" srcId="{205DCB74-1912-4BF9-B38F-B1AE29EC2181}" destId="{8AB86BBE-9593-4522-934B-AE1ABCD1A136}" srcOrd="0" destOrd="0" presId="urn:microsoft.com/office/officeart/2005/8/layout/orgChart1"/>
    <dgm:cxn modelId="{47E0FBBF-1E52-48E7-8623-6847F4B86617}" type="presOf" srcId="{CBDC8E06-4673-4E89-8A0A-A076D382EB41}" destId="{9B6DCC29-35F2-4003-AAED-6FB02BA1D9D7}" srcOrd="1" destOrd="0" presId="urn:microsoft.com/office/officeart/2005/8/layout/orgChart1"/>
    <dgm:cxn modelId="{DB311EC1-D5D1-4DCE-83E4-CC3CD379C501}" type="presOf" srcId="{CBDC8E06-4673-4E89-8A0A-A076D382EB41}" destId="{C0F5E045-500B-40EF-8182-F0F5DB86277C}" srcOrd="0" destOrd="0" presId="urn:microsoft.com/office/officeart/2005/8/layout/orgChart1"/>
    <dgm:cxn modelId="{4122B6DA-1510-4A31-9B4A-7D60E3BD1D03}" type="presOf" srcId="{2867B193-F671-4C10-9943-0D8AE362AA58}" destId="{2D083F54-4018-42A0-B1DC-9E404CD46F6B}" srcOrd="0" destOrd="0" presId="urn:microsoft.com/office/officeart/2005/8/layout/orgChart1"/>
    <dgm:cxn modelId="{CB7749E5-E94F-425D-8530-9B9E971C86ED}" type="presOf" srcId="{A0EF00EA-A4A7-47D2-9D73-E6101BF3D60F}" destId="{B938A130-9EEF-4B0F-A144-509A53BBF13B}" srcOrd="0" destOrd="0" presId="urn:microsoft.com/office/officeart/2005/8/layout/orgChart1"/>
    <dgm:cxn modelId="{3C8924E7-7F9C-4EA7-823C-B88D700272B9}" srcId="{63A7F068-D251-40B4-B56C-C829F66E2413}" destId="{A0EF00EA-A4A7-47D2-9D73-E6101BF3D60F}" srcOrd="1" destOrd="0" parTransId="{2867B193-F671-4C10-9943-0D8AE362AA58}" sibTransId="{65AE33D7-607F-4378-8868-B059582CF6A0}"/>
    <dgm:cxn modelId="{AF48D5ED-33B8-43E5-87F7-32EBC26CAAF6}" type="presOf" srcId="{63A7F068-D251-40B4-B56C-C829F66E2413}" destId="{C2A0DC56-89CB-4B2E-9632-4DD2BC75593B}" srcOrd="1" destOrd="0" presId="urn:microsoft.com/office/officeart/2005/8/layout/orgChart1"/>
    <dgm:cxn modelId="{314AAA4E-9DB8-4BF5-9F3B-F3EA2F601535}" type="presParOf" srcId="{42B9A5E6-2DDA-4A73-97E5-7543A0D119C9}" destId="{4E82120F-7CD6-4904-924D-C4AF288D449C}" srcOrd="0" destOrd="0" presId="urn:microsoft.com/office/officeart/2005/8/layout/orgChart1"/>
    <dgm:cxn modelId="{2ABBDED4-1B2B-4A2E-B79C-7499F6A67FFE}" type="presParOf" srcId="{4E82120F-7CD6-4904-924D-C4AF288D449C}" destId="{BAA21026-0C05-4B82-8A4D-398E8EF935CB}" srcOrd="0" destOrd="0" presId="urn:microsoft.com/office/officeart/2005/8/layout/orgChart1"/>
    <dgm:cxn modelId="{222261B4-C8FA-4850-855D-F2CD076A256F}" type="presParOf" srcId="{BAA21026-0C05-4B82-8A4D-398E8EF935CB}" destId="{B258569E-4226-4CCA-B688-FA875A6DA7EA}" srcOrd="0" destOrd="0" presId="urn:microsoft.com/office/officeart/2005/8/layout/orgChart1"/>
    <dgm:cxn modelId="{CEEADD10-AB62-49CD-AE7D-BD38B1108E5D}" type="presParOf" srcId="{BAA21026-0C05-4B82-8A4D-398E8EF935CB}" destId="{C2A0DC56-89CB-4B2E-9632-4DD2BC75593B}" srcOrd="1" destOrd="0" presId="urn:microsoft.com/office/officeart/2005/8/layout/orgChart1"/>
    <dgm:cxn modelId="{9A9BBFDF-6209-4218-B728-5B154ADE854C}" type="presParOf" srcId="{4E82120F-7CD6-4904-924D-C4AF288D449C}" destId="{5B57767F-4CB0-4F06-BE35-BC9C46489380}" srcOrd="1" destOrd="0" presId="urn:microsoft.com/office/officeart/2005/8/layout/orgChart1"/>
    <dgm:cxn modelId="{6415D9B4-2503-444A-BD7B-6124650F0B92}" type="presParOf" srcId="{5B57767F-4CB0-4F06-BE35-BC9C46489380}" destId="{2D083F54-4018-42A0-B1DC-9E404CD46F6B}" srcOrd="0" destOrd="0" presId="urn:microsoft.com/office/officeart/2005/8/layout/orgChart1"/>
    <dgm:cxn modelId="{9887034B-C2E6-497B-A24A-7D563800DFE9}" type="presParOf" srcId="{5B57767F-4CB0-4F06-BE35-BC9C46489380}" destId="{45441AC1-D12A-415A-9542-F05C667BC0CC}" srcOrd="1" destOrd="0" presId="urn:microsoft.com/office/officeart/2005/8/layout/orgChart1"/>
    <dgm:cxn modelId="{235A10BE-D0FE-49BA-880C-E4B3F20144E0}" type="presParOf" srcId="{45441AC1-D12A-415A-9542-F05C667BC0CC}" destId="{6763E4E6-5F9A-47CA-BAE4-FF96264B99BF}" srcOrd="0" destOrd="0" presId="urn:microsoft.com/office/officeart/2005/8/layout/orgChart1"/>
    <dgm:cxn modelId="{081FF545-DF1A-463C-9364-1EA9AE67DEF0}" type="presParOf" srcId="{6763E4E6-5F9A-47CA-BAE4-FF96264B99BF}" destId="{B938A130-9EEF-4B0F-A144-509A53BBF13B}" srcOrd="0" destOrd="0" presId="urn:microsoft.com/office/officeart/2005/8/layout/orgChart1"/>
    <dgm:cxn modelId="{90E27AE7-5840-4AF4-BB03-FF59EB89E686}" type="presParOf" srcId="{6763E4E6-5F9A-47CA-BAE4-FF96264B99BF}" destId="{B1CA18B7-2012-4F49-AB0A-F53B93EC92EB}" srcOrd="1" destOrd="0" presId="urn:microsoft.com/office/officeart/2005/8/layout/orgChart1"/>
    <dgm:cxn modelId="{5499074A-6E0E-49FA-84A0-C17CD46B7FF4}" type="presParOf" srcId="{45441AC1-D12A-415A-9542-F05C667BC0CC}" destId="{6930485C-6306-4F3A-9D5C-9430F4B9CA46}" srcOrd="1" destOrd="0" presId="urn:microsoft.com/office/officeart/2005/8/layout/orgChart1"/>
    <dgm:cxn modelId="{A2EF5150-CF4C-4D47-97EB-A48E0D44C2F9}" type="presParOf" srcId="{45441AC1-D12A-415A-9542-F05C667BC0CC}" destId="{3D79DBFA-8D35-40E9-A38C-0610CB72B6AB}" srcOrd="2" destOrd="0" presId="urn:microsoft.com/office/officeart/2005/8/layout/orgChart1"/>
    <dgm:cxn modelId="{FF4AE08B-9995-4824-9A02-D73E72D10D5B}" type="presParOf" srcId="{4E82120F-7CD6-4904-924D-C4AF288D449C}" destId="{0213ADAE-4312-43B7-B628-8025EA7AD75D}" srcOrd="2" destOrd="0" presId="urn:microsoft.com/office/officeart/2005/8/layout/orgChart1"/>
    <dgm:cxn modelId="{02866EFA-5CD5-4A84-8D27-722BBB2AB1EB}" type="presParOf" srcId="{0213ADAE-4312-43B7-B628-8025EA7AD75D}" destId="{21BD951E-C931-4D3D-8608-39A27267BB1A}" srcOrd="0" destOrd="0" presId="urn:microsoft.com/office/officeart/2005/8/layout/orgChart1"/>
    <dgm:cxn modelId="{E3209039-AB0C-45F2-977D-01C6680E620B}" type="presParOf" srcId="{0213ADAE-4312-43B7-B628-8025EA7AD75D}" destId="{06A0B55F-923C-4B4C-9646-F30D184744FB}" srcOrd="1" destOrd="0" presId="urn:microsoft.com/office/officeart/2005/8/layout/orgChart1"/>
    <dgm:cxn modelId="{7FBF3391-5966-4669-B79F-2F5950F22C90}" type="presParOf" srcId="{06A0B55F-923C-4B4C-9646-F30D184744FB}" destId="{17B32F9A-FEB0-4AF0-9107-DE3CEF268A10}" srcOrd="0" destOrd="0" presId="urn:microsoft.com/office/officeart/2005/8/layout/orgChart1"/>
    <dgm:cxn modelId="{377762F4-E230-454D-9164-0A50D5132834}" type="presParOf" srcId="{17B32F9A-FEB0-4AF0-9107-DE3CEF268A10}" destId="{C0F5E045-500B-40EF-8182-F0F5DB86277C}" srcOrd="0" destOrd="0" presId="urn:microsoft.com/office/officeart/2005/8/layout/orgChart1"/>
    <dgm:cxn modelId="{DD92410E-A079-4937-B7CC-E416399225CD}" type="presParOf" srcId="{17B32F9A-FEB0-4AF0-9107-DE3CEF268A10}" destId="{9B6DCC29-35F2-4003-AAED-6FB02BA1D9D7}" srcOrd="1" destOrd="0" presId="urn:microsoft.com/office/officeart/2005/8/layout/orgChart1"/>
    <dgm:cxn modelId="{11C937C9-80BC-4DE4-992F-C59D050ED883}" type="presParOf" srcId="{06A0B55F-923C-4B4C-9646-F30D184744FB}" destId="{30A077ED-F5D3-4C76-BE57-22B8B8F55003}" srcOrd="1" destOrd="0" presId="urn:microsoft.com/office/officeart/2005/8/layout/orgChart1"/>
    <dgm:cxn modelId="{45CE21E2-AECA-45AE-AACB-2AC9CD93BE31}" type="presParOf" srcId="{30A077ED-F5D3-4C76-BE57-22B8B8F55003}" destId="{4A2FE808-6B5C-4110-BE13-17192A5B9489}" srcOrd="0" destOrd="0" presId="urn:microsoft.com/office/officeart/2005/8/layout/orgChart1"/>
    <dgm:cxn modelId="{8576F508-18E5-4612-8AF0-D049E2BBA478}" type="presParOf" srcId="{30A077ED-F5D3-4C76-BE57-22B8B8F55003}" destId="{A82D17F3-8D8E-4691-8A1A-37FEB15B8503}" srcOrd="1" destOrd="0" presId="urn:microsoft.com/office/officeart/2005/8/layout/orgChart1"/>
    <dgm:cxn modelId="{1ECFFCDD-A294-494D-B3B4-0CC706E9BECE}" type="presParOf" srcId="{A82D17F3-8D8E-4691-8A1A-37FEB15B8503}" destId="{CAC4A244-58E3-43B6-A2CE-6559E0EBCB5A}" srcOrd="0" destOrd="0" presId="urn:microsoft.com/office/officeart/2005/8/layout/orgChart1"/>
    <dgm:cxn modelId="{C40C455E-430C-43D2-B6F1-46CC065A00B4}" type="presParOf" srcId="{CAC4A244-58E3-43B6-A2CE-6559E0EBCB5A}" destId="{8AB86BBE-9593-4522-934B-AE1ABCD1A136}" srcOrd="0" destOrd="0" presId="urn:microsoft.com/office/officeart/2005/8/layout/orgChart1"/>
    <dgm:cxn modelId="{B581239B-8827-473A-8201-D383988C4006}" type="presParOf" srcId="{CAC4A244-58E3-43B6-A2CE-6559E0EBCB5A}" destId="{D1F1D55D-57A0-4FCB-98E2-2215BDC202C3}" srcOrd="1" destOrd="0" presId="urn:microsoft.com/office/officeart/2005/8/layout/orgChart1"/>
    <dgm:cxn modelId="{1C615BAA-B55A-4614-B3FE-A75E2DE8C71D}" type="presParOf" srcId="{A82D17F3-8D8E-4691-8A1A-37FEB15B8503}" destId="{9BEB9AB8-E6BB-41A8-A70D-367BE9641D15}" srcOrd="1" destOrd="0" presId="urn:microsoft.com/office/officeart/2005/8/layout/orgChart1"/>
    <dgm:cxn modelId="{01601C07-4F6E-414A-BFED-426014B192D2}" type="presParOf" srcId="{A82D17F3-8D8E-4691-8A1A-37FEB15B8503}" destId="{6DFA50DF-C272-49AD-AD74-6C321294213E}" srcOrd="2" destOrd="0" presId="urn:microsoft.com/office/officeart/2005/8/layout/orgChart1"/>
    <dgm:cxn modelId="{1D573A6E-9E87-44E5-9DE4-B8636D542D84}" type="presParOf" srcId="{06A0B55F-923C-4B4C-9646-F30D184744FB}" destId="{ECA5B027-0F9A-4B47-947F-3CB745008CB7}"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56AF3E-E5E0-427E-8E6F-0F009E7D32D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EA884CE3-70E9-42C0-8678-CB2AA7683FE8}">
      <dgm:prSet phldrT="[Text]" phldr="0" custT="1"/>
      <dgm:spPr/>
      <dgm:t>
        <a:bodyPr/>
        <a:lstStyle/>
        <a:p>
          <a:r>
            <a:rPr lang="en-US" sz="1600" dirty="0"/>
            <a:t>Azure Policy</a:t>
          </a:r>
        </a:p>
      </dgm:t>
    </dgm:pt>
    <dgm:pt modelId="{60752BFE-37E1-4C36-AE91-93D3DA8C75AC}" type="parTrans" cxnId="{6057801E-7C89-4A99-9FC4-7E3118A56653}">
      <dgm:prSet/>
      <dgm:spPr/>
      <dgm:t>
        <a:bodyPr/>
        <a:lstStyle/>
        <a:p>
          <a:endParaRPr lang="en-US" sz="1600"/>
        </a:p>
      </dgm:t>
    </dgm:pt>
    <dgm:pt modelId="{D31EA977-C186-4034-9D4F-F1B03544DF83}" type="sibTrans" cxnId="{6057801E-7C89-4A99-9FC4-7E3118A56653}">
      <dgm:prSet/>
      <dgm:spPr/>
      <dgm:t>
        <a:bodyPr/>
        <a:lstStyle/>
        <a:p>
          <a:endParaRPr lang="en-US" sz="1600"/>
        </a:p>
      </dgm:t>
    </dgm:pt>
    <dgm:pt modelId="{DD06F7CC-45C2-4181-A5FF-414110787056}" type="asst">
      <dgm:prSet phldrT="[Text]" phldr="0" custT="1"/>
      <dgm:spPr/>
      <dgm:t>
        <a:bodyPr/>
        <a:lstStyle/>
        <a:p>
          <a:r>
            <a:rPr lang="en-US" sz="1600" u="none" dirty="0"/>
            <a:t>Allowed </a:t>
          </a:r>
          <a:r>
            <a:rPr lang="en-US" sz="1600" dirty="0"/>
            <a:t>Locations</a:t>
          </a:r>
        </a:p>
      </dgm:t>
    </dgm:pt>
    <dgm:pt modelId="{E48D548C-4A5B-41C9-980B-99B1BEA14212}" type="parTrans" cxnId="{28855EAD-5AE4-4565-8D3B-39AFAB691998}">
      <dgm:prSet/>
      <dgm:spPr/>
      <dgm:t>
        <a:bodyPr/>
        <a:lstStyle/>
        <a:p>
          <a:endParaRPr lang="en-US" sz="1600"/>
        </a:p>
      </dgm:t>
    </dgm:pt>
    <dgm:pt modelId="{BE0553FD-051E-4A83-AFCD-3F1FD0CBDADE}" type="sibTrans" cxnId="{28855EAD-5AE4-4565-8D3B-39AFAB691998}">
      <dgm:prSet/>
      <dgm:spPr/>
      <dgm:t>
        <a:bodyPr/>
        <a:lstStyle/>
        <a:p>
          <a:endParaRPr lang="en-US" sz="1600"/>
        </a:p>
      </dgm:t>
    </dgm:pt>
    <dgm:pt modelId="{3F30318D-29F8-47D3-9656-F0F5990DA25C}">
      <dgm:prSet phldrT="[Text]" phldr="0" custT="1"/>
      <dgm:spPr/>
      <dgm:t>
        <a:bodyPr/>
        <a:lstStyle/>
        <a:p>
          <a:r>
            <a:rPr lang="en-US" sz="1600" dirty="0"/>
            <a:t>Require Owner Tag</a:t>
          </a:r>
        </a:p>
      </dgm:t>
    </dgm:pt>
    <dgm:pt modelId="{A0EB4CA1-B28D-4197-9002-EF0BFE3B8074}" type="parTrans" cxnId="{F8BBCBD6-5523-48AD-816F-9D611410F216}">
      <dgm:prSet/>
      <dgm:spPr/>
      <dgm:t>
        <a:bodyPr/>
        <a:lstStyle/>
        <a:p>
          <a:endParaRPr lang="en-US" sz="1600"/>
        </a:p>
      </dgm:t>
    </dgm:pt>
    <dgm:pt modelId="{C4A72BDE-828A-4E9F-B6E5-9F8EAFF76888}" type="sibTrans" cxnId="{F8BBCBD6-5523-48AD-816F-9D611410F216}">
      <dgm:prSet/>
      <dgm:spPr/>
      <dgm:t>
        <a:bodyPr/>
        <a:lstStyle/>
        <a:p>
          <a:endParaRPr lang="en-US" sz="1600"/>
        </a:p>
      </dgm:t>
    </dgm:pt>
    <dgm:pt modelId="{7D66F502-9E1A-4A42-91D2-7D4048AE6BEB}" type="pres">
      <dgm:prSet presAssocID="{B756AF3E-E5E0-427E-8E6F-0F009E7D32D1}" presName="hierChild1" presStyleCnt="0">
        <dgm:presLayoutVars>
          <dgm:orgChart val="1"/>
          <dgm:chPref val="1"/>
          <dgm:dir/>
          <dgm:animOne val="branch"/>
          <dgm:animLvl val="lvl"/>
          <dgm:resizeHandles/>
        </dgm:presLayoutVars>
      </dgm:prSet>
      <dgm:spPr/>
    </dgm:pt>
    <dgm:pt modelId="{F7D579FB-366B-42A3-AF3B-A619AD4AA228}" type="pres">
      <dgm:prSet presAssocID="{EA884CE3-70E9-42C0-8678-CB2AA7683FE8}" presName="hierRoot1" presStyleCnt="0">
        <dgm:presLayoutVars>
          <dgm:hierBranch val="init"/>
        </dgm:presLayoutVars>
      </dgm:prSet>
      <dgm:spPr/>
    </dgm:pt>
    <dgm:pt modelId="{221EED41-57EC-4335-9462-31663A7A70D0}" type="pres">
      <dgm:prSet presAssocID="{EA884CE3-70E9-42C0-8678-CB2AA7683FE8}" presName="rootComposite1" presStyleCnt="0"/>
      <dgm:spPr/>
    </dgm:pt>
    <dgm:pt modelId="{F6F2B415-79FB-485B-ADEE-C1F27A95CB84}" type="pres">
      <dgm:prSet presAssocID="{EA884CE3-70E9-42C0-8678-CB2AA7683FE8}" presName="rootText1" presStyleLbl="node0" presStyleIdx="0" presStyleCnt="1" custLinFactNeighborX="4042" custLinFactNeighborY="28961">
        <dgm:presLayoutVars>
          <dgm:chPref val="3"/>
        </dgm:presLayoutVars>
      </dgm:prSet>
      <dgm:spPr/>
    </dgm:pt>
    <dgm:pt modelId="{98FD96A7-4E26-4ADF-9466-3C2C94ECA605}" type="pres">
      <dgm:prSet presAssocID="{EA884CE3-70E9-42C0-8678-CB2AA7683FE8}" presName="rootConnector1" presStyleLbl="node1" presStyleIdx="0" presStyleCnt="0"/>
      <dgm:spPr/>
    </dgm:pt>
    <dgm:pt modelId="{C00F06A2-0C28-4471-8A1A-9CA52D936289}" type="pres">
      <dgm:prSet presAssocID="{EA884CE3-70E9-42C0-8678-CB2AA7683FE8}" presName="hierChild2" presStyleCnt="0"/>
      <dgm:spPr/>
    </dgm:pt>
    <dgm:pt modelId="{716F9645-24BA-43F2-A722-41B2A8442E31}" type="pres">
      <dgm:prSet presAssocID="{A0EB4CA1-B28D-4197-9002-EF0BFE3B8074}" presName="Name37" presStyleLbl="parChTrans1D2" presStyleIdx="0" presStyleCnt="2"/>
      <dgm:spPr/>
    </dgm:pt>
    <dgm:pt modelId="{B29CD766-2F25-4E3F-9EFE-3E0E3222016A}" type="pres">
      <dgm:prSet presAssocID="{3F30318D-29F8-47D3-9656-F0F5990DA25C}" presName="hierRoot2" presStyleCnt="0">
        <dgm:presLayoutVars>
          <dgm:hierBranch val="init"/>
        </dgm:presLayoutVars>
      </dgm:prSet>
      <dgm:spPr/>
    </dgm:pt>
    <dgm:pt modelId="{DA11E397-9D45-4FA1-AA92-59EA6F700E01}" type="pres">
      <dgm:prSet presAssocID="{3F30318D-29F8-47D3-9656-F0F5990DA25C}" presName="rootComposite" presStyleCnt="0"/>
      <dgm:spPr/>
    </dgm:pt>
    <dgm:pt modelId="{157364D8-4757-4A95-B1C2-A7958EC5BEF2}" type="pres">
      <dgm:prSet presAssocID="{3F30318D-29F8-47D3-9656-F0F5990DA25C}" presName="rootText" presStyleLbl="node2" presStyleIdx="0" presStyleCnt="1" custLinFactX="-14332" custLinFactNeighborX="-100000" custLinFactNeighborY="-7132">
        <dgm:presLayoutVars>
          <dgm:chPref val="3"/>
        </dgm:presLayoutVars>
      </dgm:prSet>
      <dgm:spPr/>
    </dgm:pt>
    <dgm:pt modelId="{D4DFBCF9-784C-44F3-8E6C-24005C4BF1C2}" type="pres">
      <dgm:prSet presAssocID="{3F30318D-29F8-47D3-9656-F0F5990DA25C}" presName="rootConnector" presStyleLbl="node2" presStyleIdx="0" presStyleCnt="1"/>
      <dgm:spPr/>
    </dgm:pt>
    <dgm:pt modelId="{8679030D-C45E-44EC-A2EF-6AC23A851CC2}" type="pres">
      <dgm:prSet presAssocID="{3F30318D-29F8-47D3-9656-F0F5990DA25C}" presName="hierChild4" presStyleCnt="0"/>
      <dgm:spPr/>
    </dgm:pt>
    <dgm:pt modelId="{8A968553-2DC9-465C-9119-1368D96DF03A}" type="pres">
      <dgm:prSet presAssocID="{3F30318D-29F8-47D3-9656-F0F5990DA25C}" presName="hierChild5" presStyleCnt="0"/>
      <dgm:spPr/>
    </dgm:pt>
    <dgm:pt modelId="{0D3F1DC2-A280-49C8-81B5-E588DBA15FF7}" type="pres">
      <dgm:prSet presAssocID="{EA884CE3-70E9-42C0-8678-CB2AA7683FE8}" presName="hierChild3" presStyleCnt="0"/>
      <dgm:spPr/>
    </dgm:pt>
    <dgm:pt modelId="{B8E9FA73-5159-4F20-B0C3-6CE3E16998B2}" type="pres">
      <dgm:prSet presAssocID="{E48D548C-4A5B-41C9-980B-99B1BEA14212}" presName="Name111" presStyleLbl="parChTrans1D2" presStyleIdx="1" presStyleCnt="2"/>
      <dgm:spPr/>
    </dgm:pt>
    <dgm:pt modelId="{52AF21C8-86A6-43E8-9A33-82271EA6277A}" type="pres">
      <dgm:prSet presAssocID="{DD06F7CC-45C2-4181-A5FF-414110787056}" presName="hierRoot3" presStyleCnt="0">
        <dgm:presLayoutVars>
          <dgm:hierBranch val="init"/>
        </dgm:presLayoutVars>
      </dgm:prSet>
      <dgm:spPr/>
    </dgm:pt>
    <dgm:pt modelId="{09005C3E-C9FA-4378-BDB7-E43E1E7FA14B}" type="pres">
      <dgm:prSet presAssocID="{DD06F7CC-45C2-4181-A5FF-414110787056}" presName="rootComposite3" presStyleCnt="0"/>
      <dgm:spPr/>
    </dgm:pt>
    <dgm:pt modelId="{00C26CFA-7A28-427F-8E16-CB4B3366FBE4}" type="pres">
      <dgm:prSet presAssocID="{DD06F7CC-45C2-4181-A5FF-414110787056}" presName="rootText3" presStyleLbl="asst1" presStyleIdx="0" presStyleCnt="1" custLinFactNeighborX="-53832" custLinFactNeighborY="-4262">
        <dgm:presLayoutVars>
          <dgm:chPref val="3"/>
        </dgm:presLayoutVars>
      </dgm:prSet>
      <dgm:spPr/>
    </dgm:pt>
    <dgm:pt modelId="{850D510B-F11E-4682-9BAE-7EC141AD62C2}" type="pres">
      <dgm:prSet presAssocID="{DD06F7CC-45C2-4181-A5FF-414110787056}" presName="rootConnector3" presStyleLbl="asst1" presStyleIdx="0" presStyleCnt="1"/>
      <dgm:spPr/>
    </dgm:pt>
    <dgm:pt modelId="{7191D856-C0C9-4CDC-8F70-068FBC58E463}" type="pres">
      <dgm:prSet presAssocID="{DD06F7CC-45C2-4181-A5FF-414110787056}" presName="hierChild6" presStyleCnt="0"/>
      <dgm:spPr/>
    </dgm:pt>
    <dgm:pt modelId="{68E5CED9-C9CC-4920-8711-3219C3650626}" type="pres">
      <dgm:prSet presAssocID="{DD06F7CC-45C2-4181-A5FF-414110787056}" presName="hierChild7" presStyleCnt="0"/>
      <dgm:spPr/>
    </dgm:pt>
  </dgm:ptLst>
  <dgm:cxnLst>
    <dgm:cxn modelId="{C4E8590B-74C8-4BDA-BA47-5ADDA1D80660}" type="presOf" srcId="{A0EB4CA1-B28D-4197-9002-EF0BFE3B8074}" destId="{716F9645-24BA-43F2-A722-41B2A8442E31}" srcOrd="0" destOrd="0" presId="urn:microsoft.com/office/officeart/2005/8/layout/orgChart1"/>
    <dgm:cxn modelId="{6057801E-7C89-4A99-9FC4-7E3118A56653}" srcId="{B756AF3E-E5E0-427E-8E6F-0F009E7D32D1}" destId="{EA884CE3-70E9-42C0-8678-CB2AA7683FE8}" srcOrd="0" destOrd="0" parTransId="{60752BFE-37E1-4C36-AE91-93D3DA8C75AC}" sibTransId="{D31EA977-C186-4034-9D4F-F1B03544DF83}"/>
    <dgm:cxn modelId="{885A2233-664B-4B28-BC88-1DA3D12C3F9E}" type="presOf" srcId="{EA884CE3-70E9-42C0-8678-CB2AA7683FE8}" destId="{F6F2B415-79FB-485B-ADEE-C1F27A95CB84}" srcOrd="0" destOrd="0" presId="urn:microsoft.com/office/officeart/2005/8/layout/orgChart1"/>
    <dgm:cxn modelId="{BCF15163-FA16-4805-BF0A-783EC1B16999}" type="presOf" srcId="{3F30318D-29F8-47D3-9656-F0F5990DA25C}" destId="{157364D8-4757-4A95-B1C2-A7958EC5BEF2}" srcOrd="0" destOrd="0" presId="urn:microsoft.com/office/officeart/2005/8/layout/orgChart1"/>
    <dgm:cxn modelId="{F143B184-6014-46CD-8F15-1567CA3FC076}" type="presOf" srcId="{E48D548C-4A5B-41C9-980B-99B1BEA14212}" destId="{B8E9FA73-5159-4F20-B0C3-6CE3E16998B2}" srcOrd="0" destOrd="0" presId="urn:microsoft.com/office/officeart/2005/8/layout/orgChart1"/>
    <dgm:cxn modelId="{3F99AF9B-ECCC-4545-85DB-CFBAC1AE9188}" type="presOf" srcId="{3F30318D-29F8-47D3-9656-F0F5990DA25C}" destId="{D4DFBCF9-784C-44F3-8E6C-24005C4BF1C2}" srcOrd="1" destOrd="0" presId="urn:microsoft.com/office/officeart/2005/8/layout/orgChart1"/>
    <dgm:cxn modelId="{28855EAD-5AE4-4565-8D3B-39AFAB691998}" srcId="{EA884CE3-70E9-42C0-8678-CB2AA7683FE8}" destId="{DD06F7CC-45C2-4181-A5FF-414110787056}" srcOrd="0" destOrd="0" parTransId="{E48D548C-4A5B-41C9-980B-99B1BEA14212}" sibTransId="{BE0553FD-051E-4A83-AFCD-3F1FD0CBDADE}"/>
    <dgm:cxn modelId="{45B6D4B2-33BE-4314-8EFB-8C0D57E98FA7}" type="presOf" srcId="{EA884CE3-70E9-42C0-8678-CB2AA7683FE8}" destId="{98FD96A7-4E26-4ADF-9466-3C2C94ECA605}" srcOrd="1" destOrd="0" presId="urn:microsoft.com/office/officeart/2005/8/layout/orgChart1"/>
    <dgm:cxn modelId="{6C8FE4B6-54C2-4119-B8DB-0182BABE0569}" type="presOf" srcId="{B756AF3E-E5E0-427E-8E6F-0F009E7D32D1}" destId="{7D66F502-9E1A-4A42-91D2-7D4048AE6BEB}" srcOrd="0" destOrd="0" presId="urn:microsoft.com/office/officeart/2005/8/layout/orgChart1"/>
    <dgm:cxn modelId="{384FDBCA-F330-450C-9FC5-7A84B819E0E2}" type="presOf" srcId="{DD06F7CC-45C2-4181-A5FF-414110787056}" destId="{00C26CFA-7A28-427F-8E16-CB4B3366FBE4}" srcOrd="0" destOrd="0" presId="urn:microsoft.com/office/officeart/2005/8/layout/orgChart1"/>
    <dgm:cxn modelId="{A5F286D6-27A1-49AB-AD95-C817C0DB71AE}" type="presOf" srcId="{DD06F7CC-45C2-4181-A5FF-414110787056}" destId="{850D510B-F11E-4682-9BAE-7EC141AD62C2}" srcOrd="1" destOrd="0" presId="urn:microsoft.com/office/officeart/2005/8/layout/orgChart1"/>
    <dgm:cxn modelId="{F8BBCBD6-5523-48AD-816F-9D611410F216}" srcId="{EA884CE3-70E9-42C0-8678-CB2AA7683FE8}" destId="{3F30318D-29F8-47D3-9656-F0F5990DA25C}" srcOrd="1" destOrd="0" parTransId="{A0EB4CA1-B28D-4197-9002-EF0BFE3B8074}" sibTransId="{C4A72BDE-828A-4E9F-B6E5-9F8EAFF76888}"/>
    <dgm:cxn modelId="{75E8BAC7-FF85-4A95-846A-6E14294FD03E}" type="presParOf" srcId="{7D66F502-9E1A-4A42-91D2-7D4048AE6BEB}" destId="{F7D579FB-366B-42A3-AF3B-A619AD4AA228}" srcOrd="0" destOrd="0" presId="urn:microsoft.com/office/officeart/2005/8/layout/orgChart1"/>
    <dgm:cxn modelId="{1FA7EE37-209B-40CE-AB16-16AC5D2C5B53}" type="presParOf" srcId="{F7D579FB-366B-42A3-AF3B-A619AD4AA228}" destId="{221EED41-57EC-4335-9462-31663A7A70D0}" srcOrd="0" destOrd="0" presId="urn:microsoft.com/office/officeart/2005/8/layout/orgChart1"/>
    <dgm:cxn modelId="{E916F50C-4541-4C1D-ABF0-17C963B55A68}" type="presParOf" srcId="{221EED41-57EC-4335-9462-31663A7A70D0}" destId="{F6F2B415-79FB-485B-ADEE-C1F27A95CB84}" srcOrd="0" destOrd="0" presId="urn:microsoft.com/office/officeart/2005/8/layout/orgChart1"/>
    <dgm:cxn modelId="{80331C27-39EB-4188-94FC-72C774761177}" type="presParOf" srcId="{221EED41-57EC-4335-9462-31663A7A70D0}" destId="{98FD96A7-4E26-4ADF-9466-3C2C94ECA605}" srcOrd="1" destOrd="0" presId="urn:microsoft.com/office/officeart/2005/8/layout/orgChart1"/>
    <dgm:cxn modelId="{F4E31DAF-C1F3-4912-AEDB-61736839AFAF}" type="presParOf" srcId="{F7D579FB-366B-42A3-AF3B-A619AD4AA228}" destId="{C00F06A2-0C28-4471-8A1A-9CA52D936289}" srcOrd="1" destOrd="0" presId="urn:microsoft.com/office/officeart/2005/8/layout/orgChart1"/>
    <dgm:cxn modelId="{CF585A07-30CC-4377-A472-A6137D6A5573}" type="presParOf" srcId="{C00F06A2-0C28-4471-8A1A-9CA52D936289}" destId="{716F9645-24BA-43F2-A722-41B2A8442E31}" srcOrd="0" destOrd="0" presId="urn:microsoft.com/office/officeart/2005/8/layout/orgChart1"/>
    <dgm:cxn modelId="{4FBFA0C5-9217-4FCF-BF45-9731466C579D}" type="presParOf" srcId="{C00F06A2-0C28-4471-8A1A-9CA52D936289}" destId="{B29CD766-2F25-4E3F-9EFE-3E0E3222016A}" srcOrd="1" destOrd="0" presId="urn:microsoft.com/office/officeart/2005/8/layout/orgChart1"/>
    <dgm:cxn modelId="{B37C5BA3-70B7-4AFB-941F-94E01EA7EE76}" type="presParOf" srcId="{B29CD766-2F25-4E3F-9EFE-3E0E3222016A}" destId="{DA11E397-9D45-4FA1-AA92-59EA6F700E01}" srcOrd="0" destOrd="0" presId="urn:microsoft.com/office/officeart/2005/8/layout/orgChart1"/>
    <dgm:cxn modelId="{05A457F2-E528-45F8-BF3E-BB18740EF8E9}" type="presParOf" srcId="{DA11E397-9D45-4FA1-AA92-59EA6F700E01}" destId="{157364D8-4757-4A95-B1C2-A7958EC5BEF2}" srcOrd="0" destOrd="0" presId="urn:microsoft.com/office/officeart/2005/8/layout/orgChart1"/>
    <dgm:cxn modelId="{162D81B9-2414-4724-BC45-F5AE666EDB4F}" type="presParOf" srcId="{DA11E397-9D45-4FA1-AA92-59EA6F700E01}" destId="{D4DFBCF9-784C-44F3-8E6C-24005C4BF1C2}" srcOrd="1" destOrd="0" presId="urn:microsoft.com/office/officeart/2005/8/layout/orgChart1"/>
    <dgm:cxn modelId="{08938794-D690-4E1F-A038-02BAE3CCA050}" type="presParOf" srcId="{B29CD766-2F25-4E3F-9EFE-3E0E3222016A}" destId="{8679030D-C45E-44EC-A2EF-6AC23A851CC2}" srcOrd="1" destOrd="0" presId="urn:microsoft.com/office/officeart/2005/8/layout/orgChart1"/>
    <dgm:cxn modelId="{4DC43F15-5AE1-4FBB-A10E-6EC1DE8EC269}" type="presParOf" srcId="{B29CD766-2F25-4E3F-9EFE-3E0E3222016A}" destId="{8A968553-2DC9-465C-9119-1368D96DF03A}" srcOrd="2" destOrd="0" presId="urn:microsoft.com/office/officeart/2005/8/layout/orgChart1"/>
    <dgm:cxn modelId="{DB1DCC7E-2033-4BA7-B813-40AF52BDE366}" type="presParOf" srcId="{F7D579FB-366B-42A3-AF3B-A619AD4AA228}" destId="{0D3F1DC2-A280-49C8-81B5-E588DBA15FF7}" srcOrd="2" destOrd="0" presId="urn:microsoft.com/office/officeart/2005/8/layout/orgChart1"/>
    <dgm:cxn modelId="{5863C034-A291-4D10-B61F-943F5F5A3AA1}" type="presParOf" srcId="{0D3F1DC2-A280-49C8-81B5-E588DBA15FF7}" destId="{B8E9FA73-5159-4F20-B0C3-6CE3E16998B2}" srcOrd="0" destOrd="0" presId="urn:microsoft.com/office/officeart/2005/8/layout/orgChart1"/>
    <dgm:cxn modelId="{4F0EF360-82FC-48EA-976E-D4576ABA4152}" type="presParOf" srcId="{0D3F1DC2-A280-49C8-81B5-E588DBA15FF7}" destId="{52AF21C8-86A6-43E8-9A33-82271EA6277A}" srcOrd="1" destOrd="0" presId="urn:microsoft.com/office/officeart/2005/8/layout/orgChart1"/>
    <dgm:cxn modelId="{30BC8019-1D75-4DBD-99B4-67D212B3F60C}" type="presParOf" srcId="{52AF21C8-86A6-43E8-9A33-82271EA6277A}" destId="{09005C3E-C9FA-4378-BDB7-E43E1E7FA14B}" srcOrd="0" destOrd="0" presId="urn:microsoft.com/office/officeart/2005/8/layout/orgChart1"/>
    <dgm:cxn modelId="{5CBCE4ED-0A2B-4D46-A2F9-05A189E7E5FA}" type="presParOf" srcId="{09005C3E-C9FA-4378-BDB7-E43E1E7FA14B}" destId="{00C26CFA-7A28-427F-8E16-CB4B3366FBE4}" srcOrd="0" destOrd="0" presId="urn:microsoft.com/office/officeart/2005/8/layout/orgChart1"/>
    <dgm:cxn modelId="{6D039F65-7712-431E-9509-2F3DE229BB13}" type="presParOf" srcId="{09005C3E-C9FA-4378-BDB7-E43E1E7FA14B}" destId="{850D510B-F11E-4682-9BAE-7EC141AD62C2}" srcOrd="1" destOrd="0" presId="urn:microsoft.com/office/officeart/2005/8/layout/orgChart1"/>
    <dgm:cxn modelId="{71C736AE-BA67-4DB3-9FEB-F96AFD2BF68C}" type="presParOf" srcId="{52AF21C8-86A6-43E8-9A33-82271EA6277A}" destId="{7191D856-C0C9-4CDC-8F70-068FBC58E463}" srcOrd="1" destOrd="0" presId="urn:microsoft.com/office/officeart/2005/8/layout/orgChart1"/>
    <dgm:cxn modelId="{C3B7FB16-4FCC-48A2-9D52-7856117ABDE3}" type="presParOf" srcId="{52AF21C8-86A6-43E8-9A33-82271EA6277A}" destId="{68E5CED9-C9CC-4920-8711-3219C3650626}" srcOrd="2" destOrd="0" presId="urn:microsoft.com/office/officeart/2005/8/layout/orgChar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4E906F-28DD-4393-B879-7B9C4352ECD4}">
      <dsp:nvSpPr>
        <dsp:cNvPr id="0" name=""/>
        <dsp:cNvSpPr/>
      </dsp:nvSpPr>
      <dsp:spPr>
        <a:xfrm>
          <a:off x="2590846" y="1487854"/>
          <a:ext cx="133173" cy="2313030"/>
        </a:xfrm>
        <a:custGeom>
          <a:avLst/>
          <a:gdLst/>
          <a:ahLst/>
          <a:cxnLst/>
          <a:rect l="0" t="0" r="0" b="0"/>
          <a:pathLst>
            <a:path>
              <a:moveTo>
                <a:pt x="0" y="0"/>
              </a:moveTo>
              <a:lnTo>
                <a:pt x="0" y="2313030"/>
              </a:lnTo>
              <a:lnTo>
                <a:pt x="133173" y="231303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BAEBFC-EE45-4CB5-98F5-1EBBA1125A9E}">
      <dsp:nvSpPr>
        <dsp:cNvPr id="0" name=""/>
        <dsp:cNvSpPr/>
      </dsp:nvSpPr>
      <dsp:spPr>
        <a:xfrm>
          <a:off x="2590846" y="1487854"/>
          <a:ext cx="1669580" cy="1440288"/>
        </a:xfrm>
        <a:custGeom>
          <a:avLst/>
          <a:gdLst/>
          <a:ahLst/>
          <a:cxnLst/>
          <a:rect l="0" t="0" r="0" b="0"/>
          <a:pathLst>
            <a:path>
              <a:moveTo>
                <a:pt x="0" y="0"/>
              </a:moveTo>
              <a:lnTo>
                <a:pt x="0" y="1440288"/>
              </a:lnTo>
              <a:lnTo>
                <a:pt x="1669580" y="14402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92DABD-0844-47C2-AE31-564A689C49BF}">
      <dsp:nvSpPr>
        <dsp:cNvPr id="0" name=""/>
        <dsp:cNvSpPr/>
      </dsp:nvSpPr>
      <dsp:spPr>
        <a:xfrm>
          <a:off x="2590846" y="1487854"/>
          <a:ext cx="184382" cy="1438180"/>
        </a:xfrm>
        <a:custGeom>
          <a:avLst/>
          <a:gdLst/>
          <a:ahLst/>
          <a:cxnLst/>
          <a:rect l="0" t="0" r="0" b="0"/>
          <a:pathLst>
            <a:path>
              <a:moveTo>
                <a:pt x="0" y="0"/>
              </a:moveTo>
              <a:lnTo>
                <a:pt x="0" y="1438180"/>
              </a:lnTo>
              <a:lnTo>
                <a:pt x="184382" y="14381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890EA9-7AF4-4B77-95FE-324D38C8E6A6}">
      <dsp:nvSpPr>
        <dsp:cNvPr id="0" name=""/>
        <dsp:cNvSpPr/>
      </dsp:nvSpPr>
      <dsp:spPr>
        <a:xfrm>
          <a:off x="2590846" y="1487854"/>
          <a:ext cx="184382" cy="565438"/>
        </a:xfrm>
        <a:custGeom>
          <a:avLst/>
          <a:gdLst/>
          <a:ahLst/>
          <a:cxnLst/>
          <a:rect l="0" t="0" r="0" b="0"/>
          <a:pathLst>
            <a:path>
              <a:moveTo>
                <a:pt x="0" y="0"/>
              </a:moveTo>
              <a:lnTo>
                <a:pt x="0" y="565438"/>
              </a:lnTo>
              <a:lnTo>
                <a:pt x="184382" y="56543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870A18-E667-4EF9-85D7-470E45092001}">
      <dsp:nvSpPr>
        <dsp:cNvPr id="0" name=""/>
        <dsp:cNvSpPr/>
      </dsp:nvSpPr>
      <dsp:spPr>
        <a:xfrm>
          <a:off x="3205453" y="615112"/>
          <a:ext cx="928056" cy="565438"/>
        </a:xfrm>
        <a:custGeom>
          <a:avLst/>
          <a:gdLst/>
          <a:ahLst/>
          <a:cxnLst/>
          <a:rect l="0" t="0" r="0" b="0"/>
          <a:pathLst>
            <a:path>
              <a:moveTo>
                <a:pt x="928056" y="0"/>
              </a:moveTo>
              <a:lnTo>
                <a:pt x="928056" y="565438"/>
              </a:lnTo>
              <a:lnTo>
                <a:pt x="0" y="56543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D4C5DC-36F4-4959-9BBB-E2E2EBA987FE}">
      <dsp:nvSpPr>
        <dsp:cNvPr id="0" name=""/>
        <dsp:cNvSpPr/>
      </dsp:nvSpPr>
      <dsp:spPr>
        <a:xfrm>
          <a:off x="3518902" y="505"/>
          <a:ext cx="1229214" cy="61460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Azure Subscription</a:t>
          </a:r>
        </a:p>
      </dsp:txBody>
      <dsp:txXfrm>
        <a:off x="3518902" y="505"/>
        <a:ext cx="1229214" cy="614607"/>
      </dsp:txXfrm>
    </dsp:sp>
    <dsp:sp modelId="{740B3414-B9E6-4961-A3E8-192AF284D3B8}">
      <dsp:nvSpPr>
        <dsp:cNvPr id="0" name=""/>
        <dsp:cNvSpPr/>
      </dsp:nvSpPr>
      <dsp:spPr>
        <a:xfrm>
          <a:off x="1976238" y="873247"/>
          <a:ext cx="1229214" cy="61460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NIST-LAB</a:t>
          </a:r>
        </a:p>
      </dsp:txBody>
      <dsp:txXfrm>
        <a:off x="1976238" y="873247"/>
        <a:ext cx="1229214" cy="614607"/>
      </dsp:txXfrm>
    </dsp:sp>
    <dsp:sp modelId="{E8918EE5-9DE1-40C8-8BE0-45C6D456AFFB}">
      <dsp:nvSpPr>
        <dsp:cNvPr id="0" name=""/>
        <dsp:cNvSpPr/>
      </dsp:nvSpPr>
      <dsp:spPr>
        <a:xfrm>
          <a:off x="2775228" y="1745989"/>
          <a:ext cx="1229214" cy="61460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Storage Account</a:t>
          </a:r>
        </a:p>
      </dsp:txBody>
      <dsp:txXfrm>
        <a:off x="2775228" y="1745989"/>
        <a:ext cx="1229214" cy="614607"/>
      </dsp:txXfrm>
    </dsp:sp>
    <dsp:sp modelId="{97B40E0F-713A-4A5C-A0A6-EE3FE6A5AD80}">
      <dsp:nvSpPr>
        <dsp:cNvPr id="0" name=""/>
        <dsp:cNvSpPr/>
      </dsp:nvSpPr>
      <dsp:spPr>
        <a:xfrm>
          <a:off x="2775228" y="2618731"/>
          <a:ext cx="1229214" cy="61460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Virtual Machine</a:t>
          </a:r>
        </a:p>
      </dsp:txBody>
      <dsp:txXfrm>
        <a:off x="2775228" y="2618731"/>
        <a:ext cx="1229214" cy="614607"/>
      </dsp:txXfrm>
    </dsp:sp>
    <dsp:sp modelId="{8D877CA7-C2FF-4B62-B27F-0E08E0ADECD2}">
      <dsp:nvSpPr>
        <dsp:cNvPr id="0" name=""/>
        <dsp:cNvSpPr/>
      </dsp:nvSpPr>
      <dsp:spPr>
        <a:xfrm>
          <a:off x="4260426" y="2620839"/>
          <a:ext cx="1229214" cy="61460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Azure Monitor</a:t>
          </a:r>
        </a:p>
      </dsp:txBody>
      <dsp:txXfrm>
        <a:off x="4260426" y="2620839"/>
        <a:ext cx="1229214" cy="614607"/>
      </dsp:txXfrm>
    </dsp:sp>
    <dsp:sp modelId="{0D83A3BB-26D9-4FD2-B1C4-324F19A32C3B}">
      <dsp:nvSpPr>
        <dsp:cNvPr id="0" name=""/>
        <dsp:cNvSpPr/>
      </dsp:nvSpPr>
      <dsp:spPr>
        <a:xfrm>
          <a:off x="2724019" y="3493581"/>
          <a:ext cx="1229214" cy="61460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Key Vault</a:t>
          </a:r>
        </a:p>
      </dsp:txBody>
      <dsp:txXfrm>
        <a:off x="2724019" y="3493581"/>
        <a:ext cx="1229214" cy="6146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2FE808-6B5C-4110-BE13-17192A5B9489}">
      <dsp:nvSpPr>
        <dsp:cNvPr id="0" name=""/>
        <dsp:cNvSpPr/>
      </dsp:nvSpPr>
      <dsp:spPr>
        <a:xfrm>
          <a:off x="604912" y="1740898"/>
          <a:ext cx="670693" cy="625990"/>
        </a:xfrm>
        <a:custGeom>
          <a:avLst/>
          <a:gdLst/>
          <a:ahLst/>
          <a:cxnLst/>
          <a:rect l="0" t="0" r="0" b="0"/>
          <a:pathLst>
            <a:path>
              <a:moveTo>
                <a:pt x="670693" y="0"/>
              </a:moveTo>
              <a:lnTo>
                <a:pt x="0" y="62599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BD951E-C931-4D3D-8608-39A27267BB1A}">
      <dsp:nvSpPr>
        <dsp:cNvPr id="0" name=""/>
        <dsp:cNvSpPr/>
      </dsp:nvSpPr>
      <dsp:spPr>
        <a:xfrm>
          <a:off x="1994879" y="719530"/>
          <a:ext cx="1086102" cy="661731"/>
        </a:xfrm>
        <a:custGeom>
          <a:avLst/>
          <a:gdLst/>
          <a:ahLst/>
          <a:cxnLst/>
          <a:rect l="0" t="0" r="0" b="0"/>
          <a:pathLst>
            <a:path>
              <a:moveTo>
                <a:pt x="1086102" y="0"/>
              </a:moveTo>
              <a:lnTo>
                <a:pt x="1086102" y="661731"/>
              </a:lnTo>
              <a:lnTo>
                <a:pt x="0" y="6617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083F54-4018-42A0-B1DC-9E404CD46F6B}">
      <dsp:nvSpPr>
        <dsp:cNvPr id="0" name=""/>
        <dsp:cNvSpPr/>
      </dsp:nvSpPr>
      <dsp:spPr>
        <a:xfrm>
          <a:off x="3080982" y="719530"/>
          <a:ext cx="556333" cy="1343854"/>
        </a:xfrm>
        <a:custGeom>
          <a:avLst/>
          <a:gdLst/>
          <a:ahLst/>
          <a:cxnLst/>
          <a:rect l="0" t="0" r="0" b="0"/>
          <a:pathLst>
            <a:path>
              <a:moveTo>
                <a:pt x="0" y="0"/>
              </a:moveTo>
              <a:lnTo>
                <a:pt x="0" y="1192806"/>
              </a:lnTo>
              <a:lnTo>
                <a:pt x="556333" y="1192806"/>
              </a:lnTo>
              <a:lnTo>
                <a:pt x="556333" y="13438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58569E-4226-4CCA-B688-FA875A6DA7EA}">
      <dsp:nvSpPr>
        <dsp:cNvPr id="0" name=""/>
        <dsp:cNvSpPr/>
      </dsp:nvSpPr>
      <dsp:spPr>
        <a:xfrm>
          <a:off x="2361709" y="257"/>
          <a:ext cx="1438546" cy="7192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Microsoft Entra ID</a:t>
          </a:r>
        </a:p>
      </dsp:txBody>
      <dsp:txXfrm>
        <a:off x="2361709" y="257"/>
        <a:ext cx="1438546" cy="719273"/>
      </dsp:txXfrm>
    </dsp:sp>
    <dsp:sp modelId="{B938A130-9EEF-4B0F-A144-509A53BBF13B}">
      <dsp:nvSpPr>
        <dsp:cNvPr id="0" name=""/>
        <dsp:cNvSpPr/>
      </dsp:nvSpPr>
      <dsp:spPr>
        <a:xfrm>
          <a:off x="2918042" y="2063384"/>
          <a:ext cx="1438546" cy="7192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Azure RBAC</a:t>
          </a:r>
        </a:p>
      </dsp:txBody>
      <dsp:txXfrm>
        <a:off x="2918042" y="2063384"/>
        <a:ext cx="1438546" cy="719273"/>
      </dsp:txXfrm>
    </dsp:sp>
    <dsp:sp modelId="{C0F5E045-500B-40EF-8182-F0F5DB86277C}">
      <dsp:nvSpPr>
        <dsp:cNvPr id="0" name=""/>
        <dsp:cNvSpPr/>
      </dsp:nvSpPr>
      <dsp:spPr>
        <a:xfrm>
          <a:off x="556333" y="1021625"/>
          <a:ext cx="1438546" cy="7192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Security Groups</a:t>
          </a:r>
        </a:p>
      </dsp:txBody>
      <dsp:txXfrm>
        <a:off x="556333" y="1021625"/>
        <a:ext cx="1438546" cy="719273"/>
      </dsp:txXfrm>
    </dsp:sp>
    <dsp:sp modelId="{8AB86BBE-9593-4522-934B-AE1ABCD1A136}">
      <dsp:nvSpPr>
        <dsp:cNvPr id="0" name=""/>
        <dsp:cNvSpPr/>
      </dsp:nvSpPr>
      <dsp:spPr>
        <a:xfrm>
          <a:off x="604912" y="2007252"/>
          <a:ext cx="1438546" cy="7192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Test Users</a:t>
          </a:r>
        </a:p>
      </dsp:txBody>
      <dsp:txXfrm>
        <a:off x="604912" y="2007252"/>
        <a:ext cx="1438546" cy="7192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E9FA73-5159-4F20-B0C3-6CE3E16998B2}">
      <dsp:nvSpPr>
        <dsp:cNvPr id="0" name=""/>
        <dsp:cNvSpPr/>
      </dsp:nvSpPr>
      <dsp:spPr>
        <a:xfrm>
          <a:off x="1599565" y="865000"/>
          <a:ext cx="916551" cy="393952"/>
        </a:xfrm>
        <a:custGeom>
          <a:avLst/>
          <a:gdLst/>
          <a:ahLst/>
          <a:cxnLst/>
          <a:rect l="0" t="0" r="0" b="0"/>
          <a:pathLst>
            <a:path>
              <a:moveTo>
                <a:pt x="916551" y="0"/>
              </a:moveTo>
              <a:lnTo>
                <a:pt x="916551" y="393952"/>
              </a:lnTo>
              <a:lnTo>
                <a:pt x="0" y="3939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6F9645-24BA-43F2-A722-41B2A8442E31}">
      <dsp:nvSpPr>
        <dsp:cNvPr id="0" name=""/>
        <dsp:cNvSpPr/>
      </dsp:nvSpPr>
      <dsp:spPr>
        <a:xfrm>
          <a:off x="929316" y="865000"/>
          <a:ext cx="1586800" cy="991345"/>
        </a:xfrm>
        <a:custGeom>
          <a:avLst/>
          <a:gdLst/>
          <a:ahLst/>
          <a:cxnLst/>
          <a:rect l="0" t="0" r="0" b="0"/>
          <a:pathLst>
            <a:path>
              <a:moveTo>
                <a:pt x="1586800" y="0"/>
              </a:moveTo>
              <a:lnTo>
                <a:pt x="1586800" y="850592"/>
              </a:lnTo>
              <a:lnTo>
                <a:pt x="0" y="850592"/>
              </a:lnTo>
              <a:lnTo>
                <a:pt x="0" y="9913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F2B415-79FB-485B-ADEE-C1F27A95CB84}">
      <dsp:nvSpPr>
        <dsp:cNvPr id="0" name=""/>
        <dsp:cNvSpPr/>
      </dsp:nvSpPr>
      <dsp:spPr>
        <a:xfrm>
          <a:off x="1845868" y="194751"/>
          <a:ext cx="1340497" cy="67024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Azure Policy</a:t>
          </a:r>
        </a:p>
      </dsp:txBody>
      <dsp:txXfrm>
        <a:off x="1845868" y="194751"/>
        <a:ext cx="1340497" cy="670248"/>
      </dsp:txXfrm>
    </dsp:sp>
    <dsp:sp modelId="{157364D8-4757-4A95-B1C2-A7958EC5BEF2}">
      <dsp:nvSpPr>
        <dsp:cNvPr id="0" name=""/>
        <dsp:cNvSpPr/>
      </dsp:nvSpPr>
      <dsp:spPr>
        <a:xfrm>
          <a:off x="259067" y="1856345"/>
          <a:ext cx="1340497" cy="67024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Require Owner Tag</a:t>
          </a:r>
        </a:p>
      </dsp:txBody>
      <dsp:txXfrm>
        <a:off x="259067" y="1856345"/>
        <a:ext cx="1340497" cy="670248"/>
      </dsp:txXfrm>
    </dsp:sp>
    <dsp:sp modelId="{00C26CFA-7A28-427F-8E16-CB4B3366FBE4}">
      <dsp:nvSpPr>
        <dsp:cNvPr id="0" name=""/>
        <dsp:cNvSpPr/>
      </dsp:nvSpPr>
      <dsp:spPr>
        <a:xfrm>
          <a:off x="259067" y="923828"/>
          <a:ext cx="1340497" cy="67024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u="none" kern="1200" dirty="0"/>
            <a:t>Allowed </a:t>
          </a:r>
          <a:r>
            <a:rPr lang="en-US" sz="1600" kern="1200" dirty="0"/>
            <a:t>Locations</a:t>
          </a:r>
        </a:p>
      </dsp:txBody>
      <dsp:txXfrm>
        <a:off x="259067" y="923828"/>
        <a:ext cx="1340497" cy="67024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7/20/2026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7/20/2026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7</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11</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16</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wo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914400" y="731520"/>
            <a:ext cx="4389120" cy="2103120"/>
          </a:xfrm>
        </p:spPr>
        <p:txBody>
          <a:bodyPr anchor="b" anchorCtr="0">
            <a:normAutofit/>
          </a:bodyPr>
          <a:lstStyle>
            <a:lvl1pPr>
              <a:defRPr sz="3600"/>
            </a:lvl1pPr>
          </a:lstStyle>
          <a:p>
            <a:r>
              <a:rPr lang="en-US"/>
              <a:t>Click to edit Master title style</a:t>
            </a:r>
          </a:p>
        </p:txBody>
      </p:sp>
      <p:sp>
        <p:nvSpPr>
          <p:cNvPr id="4" name="Content Placeholder 2">
            <a:extLst>
              <a:ext uri="{FF2B5EF4-FFF2-40B4-BE49-F238E27FC236}">
                <a16:creationId xmlns:a16="http://schemas.microsoft.com/office/drawing/2014/main" id="{C403123E-E3E0-5E2A-E1FB-EC28A2C68EEB}"/>
              </a:ext>
            </a:extLst>
          </p:cNvPr>
          <p:cNvSpPr>
            <a:spLocks noGrp="1"/>
          </p:cNvSpPr>
          <p:nvPr>
            <p:ph idx="14"/>
          </p:nvPr>
        </p:nvSpPr>
        <p:spPr>
          <a:xfrm>
            <a:off x="914400" y="3108960"/>
            <a:ext cx="4389120" cy="192024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9" name="Content Placeholder 2">
            <a:extLst>
              <a:ext uri="{FF2B5EF4-FFF2-40B4-BE49-F238E27FC236}">
                <a16:creationId xmlns:a16="http://schemas.microsoft.com/office/drawing/2014/main" id="{5B0A6B95-C59B-C125-7957-8C41B37891E1}"/>
              </a:ext>
            </a:extLst>
          </p:cNvPr>
          <p:cNvSpPr>
            <a:spLocks noGrp="1"/>
          </p:cNvSpPr>
          <p:nvPr>
            <p:ph idx="1"/>
          </p:nvPr>
        </p:nvSpPr>
        <p:spPr>
          <a:xfrm>
            <a:off x="5852160" y="731520"/>
            <a:ext cx="5367528" cy="52120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Freeform 11">
            <a:extLst>
              <a:ext uri="{FF2B5EF4-FFF2-40B4-BE49-F238E27FC236}">
                <a16:creationId xmlns:a16="http://schemas.microsoft.com/office/drawing/2014/main" id="{18CD2E87-8426-FC12-6665-A6E2F64FEA93}"/>
              </a:ext>
            </a:extLst>
          </p:cNvPr>
          <p:cNvSpPr>
            <a:spLocks noChangeAspect="1"/>
          </p:cNvSpPr>
          <p:nvPr userDrawn="1"/>
        </p:nvSpPr>
        <p:spPr>
          <a:xfrm flipH="1">
            <a:off x="-9525" y="5039331"/>
            <a:ext cx="986377" cy="128016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1">
            <a:extLst>
              <a:ext uri="{FF2B5EF4-FFF2-40B4-BE49-F238E27FC236}">
                <a16:creationId xmlns:a16="http://schemas.microsoft.com/office/drawing/2014/main" id="{D35CF771-1335-6C94-6AA8-AF68EADDDF00}"/>
              </a:ext>
            </a:extLst>
          </p:cNvPr>
          <p:cNvSpPr/>
          <p:nvPr userDrawn="1"/>
        </p:nvSpPr>
        <p:spPr>
          <a:xfrm>
            <a:off x="1140014" y="5142797"/>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bg2">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92439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731520"/>
            <a:ext cx="7671816" cy="2103120"/>
          </a:xfrm>
        </p:spPr>
        <p:txBody>
          <a:bodyPr anchor="b" anchorCtr="0">
            <a:normAutofit/>
          </a:body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F9296AFE-5FB8-52A4-3111-3B53DBE4DB3E}"/>
              </a:ext>
            </a:extLst>
          </p:cNvPr>
          <p:cNvSpPr>
            <a:spLocks noGrp="1"/>
          </p:cNvSpPr>
          <p:nvPr>
            <p:ph idx="14"/>
          </p:nvPr>
        </p:nvSpPr>
        <p:spPr>
          <a:xfrm>
            <a:off x="914400" y="3200400"/>
            <a:ext cx="10149840" cy="28346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Freeform: Shape 12">
            <a:extLst>
              <a:ext uri="{FF2B5EF4-FFF2-40B4-BE49-F238E27FC236}">
                <a16:creationId xmlns:a16="http://schemas.microsoft.com/office/drawing/2014/main" id="{809C5320-0161-C582-141C-55F06D4F3BAE}"/>
              </a:ext>
            </a:extLst>
          </p:cNvPr>
          <p:cNvSpPr/>
          <p:nvPr userDrawn="1"/>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6">
            <a:extLst>
              <a:ext uri="{FF2B5EF4-FFF2-40B4-BE49-F238E27FC236}">
                <a16:creationId xmlns:a16="http://schemas.microsoft.com/office/drawing/2014/main" id="{29C982F3-4477-76AC-0429-350585A39FFA}"/>
              </a:ext>
            </a:extLst>
          </p:cNvPr>
          <p:cNvSpPr/>
          <p:nvPr userDrawn="1"/>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5">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87A8F7B2-0552-AAD4-9DE2-845DE10CA10A}"/>
              </a:ext>
            </a:extLst>
          </p:cNvPr>
          <p:cNvSpPr/>
          <p:nvPr userDrawn="1"/>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9">
            <a:extLst>
              <a:ext uri="{FF2B5EF4-FFF2-40B4-BE49-F238E27FC236}">
                <a16:creationId xmlns:a16="http://schemas.microsoft.com/office/drawing/2014/main" id="{395DA7FF-BAA0-F04C-CA6C-16E9C2D55593}"/>
              </a:ext>
            </a:extLst>
          </p:cNvPr>
          <p:cNvSpPr/>
          <p:nvPr userDrawn="1"/>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468D9CEC-53B7-B8DC-B77E-E3F86681879C}"/>
              </a:ext>
            </a:extLst>
          </p:cNvPr>
          <p:cNvSpPr/>
          <p:nvPr userDrawn="1"/>
        </p:nvSpPr>
        <p:spPr>
          <a:xfrm>
            <a:off x="2336512" y="-9525"/>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9222D4D6-56B1-C4C3-0E51-FB22F0CD902B}"/>
              </a:ext>
            </a:extLst>
          </p:cNvPr>
          <p:cNvSpPr/>
          <p:nvPr userDrawn="1"/>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0E6292F0-9E78-C98C-097B-30DEBBC1B179}"/>
              </a:ext>
            </a:extLst>
          </p:cNvPr>
          <p:cNvSpPr/>
          <p:nvPr userDrawn="1"/>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2">
            <a:extLst>
              <a:ext uri="{FF2B5EF4-FFF2-40B4-BE49-F238E27FC236}">
                <a16:creationId xmlns:a16="http://schemas.microsoft.com/office/drawing/2014/main" id="{315817B3-76DB-FDD0-60F7-E385C0E84F58}"/>
              </a:ext>
            </a:extLst>
          </p:cNvPr>
          <p:cNvSpPr/>
          <p:nvPr userDrawn="1"/>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Tree>
    <p:extLst>
      <p:ext uri="{BB962C8B-B14F-4D97-AF65-F5344CB8AC3E}">
        <p14:creationId xmlns:p14="http://schemas.microsoft.com/office/powerpoint/2010/main" val="389171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72" r:id="rId9"/>
    <p:sldLayoutId id="2147483673" r:id="rId10"/>
    <p:sldLayoutId id="2147483653" r:id="rId11"/>
    <p:sldLayoutId id="2147483663" r:id="rId12"/>
    <p:sldLayoutId id="2147483665" r:id="rId13"/>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10.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1" y="731520"/>
            <a:ext cx="6592939" cy="3291840"/>
          </a:xfrm>
        </p:spPr>
        <p:txBody>
          <a:bodyPr lIns="0" anchor="b" anchorCtr="0"/>
          <a:lstStyle/>
          <a:p>
            <a:r>
              <a:rPr lang="en-US" altLang="zh-CN" dirty="0"/>
              <a:t>Microsoft Azure Practice Organization Demonstration</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Zachary Hamade</a:t>
            </a: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91B77-91AB-0DBF-50ED-AC51652BA14C}"/>
              </a:ext>
            </a:extLst>
          </p:cNvPr>
          <p:cNvSpPr>
            <a:spLocks noGrp="1"/>
          </p:cNvSpPr>
          <p:nvPr>
            <p:ph type="title"/>
          </p:nvPr>
        </p:nvSpPr>
        <p:spPr>
          <a:xfrm>
            <a:off x="1427871" y="541606"/>
            <a:ext cx="9636369" cy="668215"/>
          </a:xfrm>
        </p:spPr>
        <p:txBody>
          <a:bodyPr>
            <a:normAutofit fontScale="90000"/>
          </a:bodyPr>
          <a:lstStyle/>
          <a:p>
            <a:r>
              <a:rPr lang="en-US" dirty="0"/>
              <a:t>Summary and Project Objectives</a:t>
            </a:r>
          </a:p>
        </p:txBody>
      </p:sp>
      <p:sp>
        <p:nvSpPr>
          <p:cNvPr id="3" name="Content Placeholder 2">
            <a:extLst>
              <a:ext uri="{FF2B5EF4-FFF2-40B4-BE49-F238E27FC236}">
                <a16:creationId xmlns:a16="http://schemas.microsoft.com/office/drawing/2014/main" id="{0B4C58E7-7551-250B-D378-0995331D79A0}"/>
              </a:ext>
            </a:extLst>
          </p:cNvPr>
          <p:cNvSpPr>
            <a:spLocks noGrp="1"/>
          </p:cNvSpPr>
          <p:nvPr>
            <p:ph idx="14"/>
          </p:nvPr>
        </p:nvSpPr>
        <p:spPr>
          <a:xfrm>
            <a:off x="914400" y="1209821"/>
            <a:ext cx="10149840" cy="5373223"/>
          </a:xfrm>
        </p:spPr>
        <p:txBody>
          <a:bodyPr>
            <a:normAutofit fontScale="85000" lnSpcReduction="10000"/>
          </a:bodyPr>
          <a:lstStyle/>
          <a:p>
            <a:r>
              <a:rPr lang="en-US" dirty="0"/>
              <a:t>This project demonstrates the implementation of security and governance controls in Microsoft Azure aligned with the </a:t>
            </a:r>
            <a:r>
              <a:rPr lang="en-US" b="1" dirty="0"/>
              <a:t>NIST Special Publication 800-53 Rev. 5</a:t>
            </a:r>
            <a:r>
              <a:rPr lang="en-US" dirty="0"/>
              <a:t> framework. The objective was to design and secure a cloud environment for a fictional organization while applying industry best practices for identity management, access control, configuration management, secrets management, auditing, and security monitoring.</a:t>
            </a:r>
          </a:p>
          <a:p>
            <a:r>
              <a:rPr lang="en-US" dirty="0"/>
              <a:t>The environment was deployed within a dedicated Azure Resource Group and included a virtual machine, storage account, Azure Key Vault, Microsoft Entra ID, Azure Policy, Microsoft Defender for Cloud, and Azure Monitor. Security controls were configured to enforce least privilege, governance, and operational security throughout the environment.</a:t>
            </a:r>
          </a:p>
          <a:p>
            <a:r>
              <a:rPr lang="en-US" dirty="0"/>
              <a:t>During implementation, Azure Role-Based Access Control (RBAC) was used to assign permissions based on user roles, while Microsoft Entra ID security groups were created to separate administrative and standard user responsibilities. Azure Policy was configured to restrict resource deployments to approved regions and require ownership tags for all resources, demonstrating preventive governance controls.</a:t>
            </a:r>
          </a:p>
          <a:p>
            <a:r>
              <a:rPr lang="en-US" dirty="0"/>
              <a:t>Azure Key Vault was deployed to securely store application secrets, eliminating the need to hardcode sensitive credentials. Microsoft Defender for Cloud was used to evaluate the security posture of the Azure subscription, and Azure Monitor Activity Logs provided an audit trail of administrative actions performed during deployment.</a:t>
            </a:r>
          </a:p>
          <a:p>
            <a:r>
              <a:rPr lang="en-US" dirty="0"/>
              <a:t>Several real-world challenges were encountered during implementation, including regional virtual machine deployment restrictions, Azure Policy enforcement preventing non-compliant resource creation, and Azure Key Vault RBAC configuration for data-plane access. Each issue was investigated and resolved, providing practical experience with Azure governance, identity management, and security operations.</a:t>
            </a:r>
          </a:p>
          <a:p>
            <a:r>
              <a:rPr lang="en-US" dirty="0"/>
              <a:t>This project demonstrates practical experience implementing Azure security controls that map directly to the NIST 800-53 control families, including Access Control (AC), Configuration Management (CM), Audit and Accountability (AU), System and Communications Protection (SC), Risk Assessment (RA), and System and Information Integrity (SI).</a:t>
            </a:r>
          </a:p>
          <a:p>
            <a:r>
              <a:rPr lang="en-US" dirty="0"/>
              <a:t>The following slides are screenshots of Azure features that assisted in completing this project.</a:t>
            </a:r>
          </a:p>
          <a:p>
            <a:pPr marL="0" indent="0">
              <a:buNone/>
            </a:pPr>
            <a:endParaRPr lang="en-US" dirty="0"/>
          </a:p>
        </p:txBody>
      </p:sp>
      <p:sp>
        <p:nvSpPr>
          <p:cNvPr id="4" name="Slide Number Placeholder 3">
            <a:extLst>
              <a:ext uri="{FF2B5EF4-FFF2-40B4-BE49-F238E27FC236}">
                <a16:creationId xmlns:a16="http://schemas.microsoft.com/office/drawing/2014/main" id="{774A19F1-9213-035A-7CC2-1F244712FA0A}"/>
              </a:ext>
            </a:extLst>
          </p:cNvPr>
          <p:cNvSpPr>
            <a:spLocks noGrp="1"/>
          </p:cNvSpPr>
          <p:nvPr>
            <p:ph type="sldNum" sz="quarter" idx="12"/>
          </p:nvPr>
        </p:nvSpPr>
        <p:spPr/>
        <p:txBody>
          <a:bodyPr/>
          <a:lstStyle/>
          <a:p>
            <a:fld id="{CBD12358-51D2-46B3-9BDE-DF29528B9454}" type="slidenum">
              <a:rPr lang="en-US" smtClean="0"/>
              <a:t>2</a:t>
            </a:fld>
            <a:endParaRPr lang="en-US" dirty="0"/>
          </a:p>
        </p:txBody>
      </p:sp>
    </p:spTree>
    <p:extLst>
      <p:ext uri="{BB962C8B-B14F-4D97-AF65-F5344CB8AC3E}">
        <p14:creationId xmlns:p14="http://schemas.microsoft.com/office/powerpoint/2010/main" val="2851051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0" y="2753751"/>
            <a:ext cx="4206240" cy="2377440"/>
          </a:xfrm>
        </p:spPr>
        <p:txBody>
          <a:bodyPr anchor="t" anchorCtr="0"/>
          <a:lstStyle/>
          <a:p>
            <a:r>
              <a:rPr lang="en-US" dirty="0"/>
              <a:t>Resource Group </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3</a:t>
            </a:fld>
            <a:endParaRPr lang="en-US" altLang="zh-CN" noProof="0" dirty="0"/>
          </a:p>
        </p:txBody>
      </p:sp>
      <p:pic>
        <p:nvPicPr>
          <p:cNvPr id="8" name="Picture 7">
            <a:extLst>
              <a:ext uri="{FF2B5EF4-FFF2-40B4-BE49-F238E27FC236}">
                <a16:creationId xmlns:a16="http://schemas.microsoft.com/office/drawing/2014/main" id="{8BC122F1-9306-1177-C34F-8DA21BE00FCB}"/>
              </a:ext>
            </a:extLst>
          </p:cNvPr>
          <p:cNvPicPr>
            <a:picLocks noChangeAspect="1"/>
          </p:cNvPicPr>
          <p:nvPr/>
        </p:nvPicPr>
        <p:blipFill>
          <a:blip r:embed="rId2"/>
          <a:stretch>
            <a:fillRect/>
          </a:stretch>
        </p:blipFill>
        <p:spPr>
          <a:xfrm>
            <a:off x="3963276" y="661181"/>
            <a:ext cx="7460189" cy="5535637"/>
          </a:xfrm>
          <a:prstGeom prst="rect">
            <a:avLst/>
          </a:prstGeom>
        </p:spPr>
      </p:pic>
    </p:spTree>
    <p:extLst>
      <p:ext uri="{BB962C8B-B14F-4D97-AF65-F5344CB8AC3E}">
        <p14:creationId xmlns:p14="http://schemas.microsoft.com/office/powerpoint/2010/main" val="1485080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365760" y="1325880"/>
            <a:ext cx="4389120" cy="2103120"/>
          </a:xfrm>
        </p:spPr>
        <p:txBody>
          <a:bodyPr lIns="0" anchor="b" anchorCtr="0">
            <a:normAutofit/>
          </a:bodyPr>
          <a:lstStyle/>
          <a:p>
            <a:r>
              <a:rPr lang="en-US" dirty="0"/>
              <a:t>Virtual Machine</a:t>
            </a:r>
          </a:p>
        </p:txBody>
      </p:sp>
      <p:sp>
        <p:nvSpPr>
          <p:cNvPr id="10" name="Slide Number Placeholder 4">
            <a:extLst>
              <a:ext uri="{FF2B5EF4-FFF2-40B4-BE49-F238E27FC236}">
                <a16:creationId xmlns:a16="http://schemas.microsoft.com/office/drawing/2014/main" id="{A51CB35B-F7A7-9C98-D472-618469FF8972}"/>
              </a:ext>
            </a:extLst>
          </p:cNvPr>
          <p:cNvSpPr>
            <a:spLocks noGrp="1"/>
          </p:cNvSpPr>
          <p:nvPr>
            <p:ph type="sldNum" sz="quarter" idx="12"/>
          </p:nvPr>
        </p:nvSpPr>
        <p:spPr>
          <a:xfrm>
            <a:off x="11194169" y="6217920"/>
            <a:ext cx="458592" cy="365125"/>
          </a:xfrm>
        </p:spPr>
        <p:txBody>
          <a:bodyPr/>
          <a:lstStyle/>
          <a:p>
            <a:pPr>
              <a:spcAft>
                <a:spcPts val="600"/>
              </a:spcAft>
            </a:pPr>
            <a:fld id="{CBD12358-51D2-46B3-9BDE-DF29528B9454}" type="slidenum">
              <a:rPr lang="en-US" smtClean="0"/>
              <a:pPr>
                <a:spcAft>
                  <a:spcPts val="600"/>
                </a:spcAft>
              </a:pPr>
              <a:t>4</a:t>
            </a:fld>
            <a:endParaRPr lang="en-US"/>
          </a:p>
        </p:txBody>
      </p:sp>
      <p:pic>
        <p:nvPicPr>
          <p:cNvPr id="9" name="Picture 8">
            <a:extLst>
              <a:ext uri="{FF2B5EF4-FFF2-40B4-BE49-F238E27FC236}">
                <a16:creationId xmlns:a16="http://schemas.microsoft.com/office/drawing/2014/main" id="{9D355904-0293-E72A-67FA-8D0395ECB15F}"/>
              </a:ext>
            </a:extLst>
          </p:cNvPr>
          <p:cNvPicPr>
            <a:picLocks noChangeAspect="1"/>
          </p:cNvPicPr>
          <p:nvPr/>
        </p:nvPicPr>
        <p:blipFill>
          <a:blip r:embed="rId2"/>
          <a:stretch>
            <a:fillRect/>
          </a:stretch>
        </p:blipFill>
        <p:spPr>
          <a:xfrm>
            <a:off x="4243225" y="288070"/>
            <a:ext cx="7583015" cy="6112412"/>
          </a:xfrm>
          <a:prstGeom prst="rect">
            <a:avLst/>
          </a:prstGeom>
        </p:spPr>
      </p:pic>
    </p:spTree>
    <p:extLst>
      <p:ext uri="{BB962C8B-B14F-4D97-AF65-F5344CB8AC3E}">
        <p14:creationId xmlns:p14="http://schemas.microsoft.com/office/powerpoint/2010/main" val="3530111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0" y="2834640"/>
            <a:ext cx="4572000" cy="3383280"/>
          </a:xfrm>
          <a:noFill/>
        </p:spPr>
        <p:txBody>
          <a:bodyPr anchor="t" anchorCtr="0">
            <a:noAutofit/>
          </a:bodyPr>
          <a:lstStyle/>
          <a:p>
            <a:r>
              <a:rPr lang="en-US" dirty="0"/>
              <a:t>Storage Account</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5</a:t>
            </a:fld>
            <a:endParaRPr lang="en-US" dirty="0"/>
          </a:p>
        </p:txBody>
      </p:sp>
      <p:pic>
        <p:nvPicPr>
          <p:cNvPr id="8" name="Picture 7">
            <a:extLst>
              <a:ext uri="{FF2B5EF4-FFF2-40B4-BE49-F238E27FC236}">
                <a16:creationId xmlns:a16="http://schemas.microsoft.com/office/drawing/2014/main" id="{66C84D93-D210-4F19-1F48-26B0DB50D8B5}"/>
              </a:ext>
            </a:extLst>
          </p:cNvPr>
          <p:cNvPicPr>
            <a:picLocks noChangeAspect="1"/>
          </p:cNvPicPr>
          <p:nvPr/>
        </p:nvPicPr>
        <p:blipFill>
          <a:blip r:embed="rId2"/>
          <a:stretch>
            <a:fillRect/>
          </a:stretch>
        </p:blipFill>
        <p:spPr>
          <a:xfrm>
            <a:off x="4312662" y="274955"/>
            <a:ext cx="7617319" cy="6235573"/>
          </a:xfrm>
          <a:prstGeom prst="rect">
            <a:avLst/>
          </a:prstGeom>
        </p:spPr>
      </p:pic>
    </p:spTree>
    <p:extLst>
      <p:ext uri="{BB962C8B-B14F-4D97-AF65-F5344CB8AC3E}">
        <p14:creationId xmlns:p14="http://schemas.microsoft.com/office/powerpoint/2010/main" val="3666674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633046" y="1281613"/>
            <a:ext cx="7568419" cy="2743200"/>
          </a:xfrm>
        </p:spPr>
        <p:txBody>
          <a:bodyPr lIns="0" anchor="t" anchorCtr="0"/>
          <a:lstStyle/>
          <a:p>
            <a:r>
              <a:rPr lang="en-US" dirty="0"/>
              <a:t>Microsoft Entra ID Users</a:t>
            </a:r>
          </a:p>
        </p:txBody>
      </p:sp>
      <p:pic>
        <p:nvPicPr>
          <p:cNvPr id="9" name="Picture 8">
            <a:extLst>
              <a:ext uri="{FF2B5EF4-FFF2-40B4-BE49-F238E27FC236}">
                <a16:creationId xmlns:a16="http://schemas.microsoft.com/office/drawing/2014/main" id="{4F606C59-00F7-8378-2F61-EA0F7D371997}"/>
              </a:ext>
            </a:extLst>
          </p:cNvPr>
          <p:cNvPicPr>
            <a:picLocks noChangeAspect="1"/>
          </p:cNvPicPr>
          <p:nvPr/>
        </p:nvPicPr>
        <p:blipFill>
          <a:blip r:embed="rId2"/>
          <a:stretch>
            <a:fillRect/>
          </a:stretch>
        </p:blipFill>
        <p:spPr>
          <a:xfrm>
            <a:off x="368104" y="2252285"/>
            <a:ext cx="11455792" cy="3324102"/>
          </a:xfrm>
          <a:prstGeom prst="rect">
            <a:avLst/>
          </a:prstGeom>
        </p:spPr>
      </p:pic>
      <p:sp>
        <p:nvSpPr>
          <p:cNvPr id="10" name="Rectangle 9">
            <a:extLst>
              <a:ext uri="{FF2B5EF4-FFF2-40B4-BE49-F238E27FC236}">
                <a16:creationId xmlns:a16="http://schemas.microsoft.com/office/drawing/2014/main" id="{684545EA-4E2B-B3EE-EF9D-5940F656FF55}"/>
              </a:ext>
            </a:extLst>
          </p:cNvPr>
          <p:cNvSpPr/>
          <p:nvPr/>
        </p:nvSpPr>
        <p:spPr>
          <a:xfrm>
            <a:off x="4154961" y="4864111"/>
            <a:ext cx="1106129" cy="1032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5087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576774" y="1085919"/>
            <a:ext cx="6006905" cy="1737360"/>
          </a:xfrm>
        </p:spPr>
        <p:txBody>
          <a:bodyPr/>
          <a:lstStyle/>
          <a:p>
            <a:r>
              <a:rPr lang="en-US" dirty="0"/>
              <a:t>Microsoft Entra ID Groups</a:t>
            </a:r>
          </a:p>
        </p:txBody>
      </p:sp>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7</a:t>
            </a:fld>
            <a:endParaRPr lang="en-US" altLang="zh-CN" noProof="0" dirty="0"/>
          </a:p>
        </p:txBody>
      </p:sp>
      <p:pic>
        <p:nvPicPr>
          <p:cNvPr id="12" name="Picture 11">
            <a:extLst>
              <a:ext uri="{FF2B5EF4-FFF2-40B4-BE49-F238E27FC236}">
                <a16:creationId xmlns:a16="http://schemas.microsoft.com/office/drawing/2014/main" id="{D19BA5D4-48B3-1505-CC1D-E157C1E7F48E}"/>
              </a:ext>
            </a:extLst>
          </p:cNvPr>
          <p:cNvPicPr>
            <a:picLocks noChangeAspect="1"/>
          </p:cNvPicPr>
          <p:nvPr/>
        </p:nvPicPr>
        <p:blipFill>
          <a:blip r:embed="rId3"/>
          <a:stretch>
            <a:fillRect/>
          </a:stretch>
        </p:blipFill>
        <p:spPr>
          <a:xfrm>
            <a:off x="437890" y="1940531"/>
            <a:ext cx="11316220" cy="4457696"/>
          </a:xfrm>
          <a:prstGeom prst="rect">
            <a:avLst/>
          </a:prstGeom>
        </p:spPr>
      </p:pic>
    </p:spTree>
    <p:extLst>
      <p:ext uri="{BB962C8B-B14F-4D97-AF65-F5344CB8AC3E}">
        <p14:creationId xmlns:p14="http://schemas.microsoft.com/office/powerpoint/2010/main" val="1246021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1083212" y="98474"/>
            <a:ext cx="4825218" cy="2103120"/>
          </a:xfrm>
          <a:noFill/>
        </p:spPr>
        <p:txBody>
          <a:bodyPr anchor="b" anchorCtr="0">
            <a:noAutofit/>
          </a:bodyPr>
          <a:lstStyle/>
          <a:p>
            <a:r>
              <a:rPr lang="en-US" dirty="0"/>
              <a:t>Key Vault Overview</a:t>
            </a:r>
          </a:p>
        </p:txBody>
      </p:sp>
      <p:sp>
        <p:nvSpPr>
          <p:cNvPr id="3" name="Slide Number Placeholder 2">
            <a:extLst>
              <a:ext uri="{FF2B5EF4-FFF2-40B4-BE49-F238E27FC236}">
                <a16:creationId xmlns:a16="http://schemas.microsoft.com/office/drawing/2014/main" id="{ADDFE8A8-4537-F7A1-3BF9-834AEFE3EA1A}"/>
              </a:ext>
            </a:extLst>
          </p:cNvPr>
          <p:cNvSpPr>
            <a:spLocks noGrp="1"/>
          </p:cNvSpPr>
          <p:nvPr>
            <p:ph type="sldNum" sz="quarter" idx="12"/>
          </p:nvPr>
        </p:nvSpPr>
        <p:spPr/>
        <p:txBody>
          <a:bodyPr/>
          <a:lstStyle/>
          <a:p>
            <a:fld id="{CBD12358-51D2-46B3-9BDE-DF29528B9454}" type="slidenum">
              <a:rPr lang="en-US" smtClean="0"/>
              <a:t>8</a:t>
            </a:fld>
            <a:endParaRPr lang="en-US" dirty="0"/>
          </a:p>
        </p:txBody>
      </p:sp>
      <p:pic>
        <p:nvPicPr>
          <p:cNvPr id="9" name="Picture 8">
            <a:extLst>
              <a:ext uri="{FF2B5EF4-FFF2-40B4-BE49-F238E27FC236}">
                <a16:creationId xmlns:a16="http://schemas.microsoft.com/office/drawing/2014/main" id="{919BD68E-F6DD-FF45-CD7C-9012A962331E}"/>
              </a:ext>
            </a:extLst>
          </p:cNvPr>
          <p:cNvPicPr>
            <a:picLocks noChangeAspect="1"/>
          </p:cNvPicPr>
          <p:nvPr/>
        </p:nvPicPr>
        <p:blipFill>
          <a:blip r:embed="rId2"/>
          <a:stretch>
            <a:fillRect/>
          </a:stretch>
        </p:blipFill>
        <p:spPr>
          <a:xfrm>
            <a:off x="403584" y="2926079"/>
            <a:ext cx="11384831" cy="3010169"/>
          </a:xfrm>
          <a:prstGeom prst="rect">
            <a:avLst/>
          </a:prstGeom>
        </p:spPr>
      </p:pic>
    </p:spTree>
    <p:extLst>
      <p:ext uri="{BB962C8B-B14F-4D97-AF65-F5344CB8AC3E}">
        <p14:creationId xmlns:p14="http://schemas.microsoft.com/office/powerpoint/2010/main" val="4259977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914400" y="731520"/>
            <a:ext cx="7671816" cy="2103120"/>
          </a:xfrm>
          <a:noFill/>
        </p:spPr>
        <p:txBody>
          <a:bodyPr anchor="b" anchorCtr="0">
            <a:noAutofit/>
          </a:bodyPr>
          <a:lstStyle/>
          <a:p>
            <a:r>
              <a:rPr lang="en-US" dirty="0"/>
              <a:t>Key Vault Secret</a:t>
            </a:r>
          </a:p>
        </p:txBody>
      </p:sp>
      <p:sp>
        <p:nvSpPr>
          <p:cNvPr id="3" name="Slide Number Placeholder 2">
            <a:extLst>
              <a:ext uri="{FF2B5EF4-FFF2-40B4-BE49-F238E27FC236}">
                <a16:creationId xmlns:a16="http://schemas.microsoft.com/office/drawing/2014/main" id="{C5231D8C-5C7D-BFD9-19A4-7628C1400A37}"/>
              </a:ext>
            </a:extLst>
          </p:cNvPr>
          <p:cNvSpPr>
            <a:spLocks noGrp="1"/>
          </p:cNvSpPr>
          <p:nvPr>
            <p:ph type="sldNum" sz="quarter" idx="12"/>
          </p:nvPr>
        </p:nvSpPr>
        <p:spPr/>
        <p:txBody>
          <a:bodyPr/>
          <a:lstStyle/>
          <a:p>
            <a:fld id="{CBD12358-51D2-46B3-9BDE-DF29528B9454}" type="slidenum">
              <a:rPr lang="en-US" smtClean="0"/>
              <a:t>9</a:t>
            </a:fld>
            <a:endParaRPr lang="en-US" dirty="0"/>
          </a:p>
        </p:txBody>
      </p:sp>
      <p:pic>
        <p:nvPicPr>
          <p:cNvPr id="7" name="Picture 6">
            <a:extLst>
              <a:ext uri="{FF2B5EF4-FFF2-40B4-BE49-F238E27FC236}">
                <a16:creationId xmlns:a16="http://schemas.microsoft.com/office/drawing/2014/main" id="{E4AD8672-0164-9769-C309-95716304C1F7}"/>
              </a:ext>
            </a:extLst>
          </p:cNvPr>
          <p:cNvPicPr>
            <a:picLocks noChangeAspect="1"/>
          </p:cNvPicPr>
          <p:nvPr/>
        </p:nvPicPr>
        <p:blipFill>
          <a:blip r:embed="rId2"/>
          <a:stretch>
            <a:fillRect/>
          </a:stretch>
        </p:blipFill>
        <p:spPr>
          <a:xfrm>
            <a:off x="433754" y="3706787"/>
            <a:ext cx="11324492" cy="1789839"/>
          </a:xfrm>
          <a:prstGeom prst="rect">
            <a:avLst/>
          </a:prstGeom>
        </p:spPr>
      </p:pic>
    </p:spTree>
    <p:extLst>
      <p:ext uri="{BB962C8B-B14F-4D97-AF65-F5344CB8AC3E}">
        <p14:creationId xmlns:p14="http://schemas.microsoft.com/office/powerpoint/2010/main" val="3604630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EC29-2F05-D7E4-A266-08C74BE4F5F8}"/>
              </a:ext>
            </a:extLst>
          </p:cNvPr>
          <p:cNvSpPr>
            <a:spLocks noGrp="1"/>
          </p:cNvSpPr>
          <p:nvPr>
            <p:ph type="title"/>
          </p:nvPr>
        </p:nvSpPr>
        <p:spPr>
          <a:xfrm>
            <a:off x="731741" y="877096"/>
            <a:ext cx="4441188" cy="2775857"/>
          </a:xfrm>
        </p:spPr>
        <p:txBody>
          <a:bodyPr/>
          <a:lstStyle/>
          <a:p>
            <a:r>
              <a:rPr lang="en-US" dirty="0"/>
              <a:t>Resource Lock</a:t>
            </a:r>
          </a:p>
        </p:txBody>
      </p:sp>
      <p:pic>
        <p:nvPicPr>
          <p:cNvPr id="7" name="Picture 6">
            <a:extLst>
              <a:ext uri="{FF2B5EF4-FFF2-40B4-BE49-F238E27FC236}">
                <a16:creationId xmlns:a16="http://schemas.microsoft.com/office/drawing/2014/main" id="{24DAEEC3-9E33-F615-D73B-D4E87FF3EA32}"/>
              </a:ext>
            </a:extLst>
          </p:cNvPr>
          <p:cNvPicPr>
            <a:picLocks noChangeAspect="1"/>
          </p:cNvPicPr>
          <p:nvPr/>
        </p:nvPicPr>
        <p:blipFill>
          <a:blip r:embed="rId2"/>
          <a:stretch>
            <a:fillRect/>
          </a:stretch>
        </p:blipFill>
        <p:spPr>
          <a:xfrm>
            <a:off x="0" y="3211254"/>
            <a:ext cx="12192000" cy="1898533"/>
          </a:xfrm>
          <a:prstGeom prst="rect">
            <a:avLst/>
          </a:prstGeom>
        </p:spPr>
      </p:pic>
    </p:spTree>
    <p:extLst>
      <p:ext uri="{BB962C8B-B14F-4D97-AF65-F5344CB8AC3E}">
        <p14:creationId xmlns:p14="http://schemas.microsoft.com/office/powerpoint/2010/main" val="1148227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2438634" y="0"/>
            <a:ext cx="7955280" cy="1335024"/>
          </a:xfrm>
        </p:spPr>
        <p:txBody>
          <a:bodyPr anchor="b" anchorCtr="0"/>
          <a:lstStyle/>
          <a:p>
            <a:r>
              <a:rPr lang="en-US" dirty="0"/>
              <a:t>Microsoft Defender for Cloud</a:t>
            </a:r>
          </a:p>
        </p:txBody>
      </p:sp>
      <p:sp>
        <p:nvSpPr>
          <p:cNvPr id="2" name="Slide Number Placeholder 1">
            <a:extLst>
              <a:ext uri="{FF2B5EF4-FFF2-40B4-BE49-F238E27FC236}">
                <a16:creationId xmlns:a16="http://schemas.microsoft.com/office/drawing/2014/main" id="{B2E4D147-B48C-ADE3-3FEF-627D467699A2}"/>
              </a:ext>
            </a:extLst>
          </p:cNvPr>
          <p:cNvSpPr>
            <a:spLocks noGrp="1"/>
          </p:cNvSpPr>
          <p:nvPr>
            <p:ph type="sldNum" sz="quarter" idx="40"/>
          </p:nvPr>
        </p:nvSpPr>
        <p:spPr>
          <a:xfrm>
            <a:off x="11194169" y="6217920"/>
            <a:ext cx="458592" cy="365125"/>
          </a:xfrm>
        </p:spPr>
        <p:txBody>
          <a:bodyPr/>
          <a:lstStyle/>
          <a:p>
            <a:fld id="{47FEACEE-25B4-4A2D-B147-27296E36371D}" type="slidenum">
              <a:rPr lang="en-US" altLang="zh-CN" noProof="0" smtClean="0"/>
              <a:pPr/>
              <a:t>11</a:t>
            </a:fld>
            <a:endParaRPr lang="en-US" altLang="zh-CN" noProof="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zh-CN" sz="1200" u="none" strike="noStrike" kern="1200" cap="none" spc="0" normalizeH="0" baseline="0" dirty="0">
              <a:ln>
                <a:noFill/>
              </a:ln>
              <a:solidFill>
                <a:schemeClr val="bg1"/>
              </a:solidFill>
              <a:effectLst/>
              <a:uLnTx/>
              <a:uFillTx/>
            </a:endParaRPr>
          </a:p>
        </p:txBody>
      </p:sp>
      <p:pic>
        <p:nvPicPr>
          <p:cNvPr id="9" name="Picture 8">
            <a:extLst>
              <a:ext uri="{FF2B5EF4-FFF2-40B4-BE49-F238E27FC236}">
                <a16:creationId xmlns:a16="http://schemas.microsoft.com/office/drawing/2014/main" id="{58E45566-C88A-D507-8FF2-BC7055B0A049}"/>
              </a:ext>
            </a:extLst>
          </p:cNvPr>
          <p:cNvPicPr>
            <a:picLocks noChangeAspect="1"/>
          </p:cNvPicPr>
          <p:nvPr/>
        </p:nvPicPr>
        <p:blipFill>
          <a:blip r:embed="rId3"/>
          <a:stretch>
            <a:fillRect/>
          </a:stretch>
        </p:blipFill>
        <p:spPr>
          <a:xfrm>
            <a:off x="1878140" y="1532599"/>
            <a:ext cx="9076267" cy="4865628"/>
          </a:xfrm>
          <a:prstGeom prst="rect">
            <a:avLst/>
          </a:prstGeom>
        </p:spPr>
      </p:pic>
    </p:spTree>
    <p:extLst>
      <p:ext uri="{BB962C8B-B14F-4D97-AF65-F5344CB8AC3E}">
        <p14:creationId xmlns:p14="http://schemas.microsoft.com/office/powerpoint/2010/main" val="2519727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9FBE8-697F-95AA-1A32-B58A35D0BFD2}"/>
              </a:ext>
            </a:extLst>
          </p:cNvPr>
          <p:cNvSpPr>
            <a:spLocks noGrp="1"/>
          </p:cNvSpPr>
          <p:nvPr>
            <p:ph type="title"/>
          </p:nvPr>
        </p:nvSpPr>
        <p:spPr>
          <a:xfrm>
            <a:off x="942005" y="608428"/>
            <a:ext cx="7671816" cy="724486"/>
          </a:xfrm>
        </p:spPr>
        <p:txBody>
          <a:bodyPr/>
          <a:lstStyle/>
          <a:p>
            <a:r>
              <a:rPr lang="en-US" dirty="0"/>
              <a:t>Architecture Diagram</a:t>
            </a:r>
          </a:p>
        </p:txBody>
      </p:sp>
      <p:graphicFrame>
        <p:nvGraphicFramePr>
          <p:cNvPr id="5" name="Content Placeholder 4">
            <a:extLst>
              <a:ext uri="{FF2B5EF4-FFF2-40B4-BE49-F238E27FC236}">
                <a16:creationId xmlns:a16="http://schemas.microsoft.com/office/drawing/2014/main" id="{DAF9DDEF-2E25-D7D9-7E1B-5FB8AB86616A}"/>
              </a:ext>
            </a:extLst>
          </p:cNvPr>
          <p:cNvGraphicFramePr>
            <a:graphicFrameLocks noGrp="1"/>
          </p:cNvGraphicFramePr>
          <p:nvPr>
            <p:ph idx="14"/>
            <p:extLst>
              <p:ext uri="{D42A27DB-BD31-4B8C-83A1-F6EECF244321}">
                <p14:modId xmlns:p14="http://schemas.microsoft.com/office/powerpoint/2010/main" val="2945042820"/>
              </p:ext>
            </p:extLst>
          </p:nvPr>
        </p:nvGraphicFramePr>
        <p:xfrm>
          <a:off x="-983321" y="1603717"/>
          <a:ext cx="6724356" cy="49793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D1C1D3C6-915D-EE6D-AB3C-783F972C6C66}"/>
              </a:ext>
            </a:extLst>
          </p:cNvPr>
          <p:cNvSpPr>
            <a:spLocks noGrp="1"/>
          </p:cNvSpPr>
          <p:nvPr>
            <p:ph type="sldNum" sz="quarter" idx="12"/>
          </p:nvPr>
        </p:nvSpPr>
        <p:spPr/>
        <p:txBody>
          <a:bodyPr/>
          <a:lstStyle/>
          <a:p>
            <a:fld id="{CBD12358-51D2-46B3-9BDE-DF29528B9454}" type="slidenum">
              <a:rPr lang="en-US" smtClean="0"/>
              <a:t>12</a:t>
            </a:fld>
            <a:endParaRPr lang="en-US" dirty="0"/>
          </a:p>
        </p:txBody>
      </p:sp>
      <p:graphicFrame>
        <p:nvGraphicFramePr>
          <p:cNvPr id="11" name="Diagram 10">
            <a:extLst>
              <a:ext uri="{FF2B5EF4-FFF2-40B4-BE49-F238E27FC236}">
                <a16:creationId xmlns:a16="http://schemas.microsoft.com/office/drawing/2014/main" id="{0503740B-CB52-0273-10DB-0CF703195A9E}"/>
              </a:ext>
            </a:extLst>
          </p:cNvPr>
          <p:cNvGraphicFramePr/>
          <p:nvPr>
            <p:extLst>
              <p:ext uri="{D42A27DB-BD31-4B8C-83A1-F6EECF244321}">
                <p14:modId xmlns:p14="http://schemas.microsoft.com/office/powerpoint/2010/main" val="2576844662"/>
              </p:ext>
            </p:extLst>
          </p:nvPr>
        </p:nvGraphicFramePr>
        <p:xfrm>
          <a:off x="7432137" y="2434028"/>
          <a:ext cx="4356589" cy="378389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2" name="Diagram 11">
            <a:extLst>
              <a:ext uri="{FF2B5EF4-FFF2-40B4-BE49-F238E27FC236}">
                <a16:creationId xmlns:a16="http://schemas.microsoft.com/office/drawing/2014/main" id="{BC7DDB7A-1914-45B4-0747-5DD3AA0060E6}"/>
              </a:ext>
            </a:extLst>
          </p:cNvPr>
          <p:cNvGraphicFramePr/>
          <p:nvPr>
            <p:extLst>
              <p:ext uri="{D42A27DB-BD31-4B8C-83A1-F6EECF244321}">
                <p14:modId xmlns:p14="http://schemas.microsoft.com/office/powerpoint/2010/main" val="1446836916"/>
              </p:ext>
            </p:extLst>
          </p:nvPr>
        </p:nvGraphicFramePr>
        <p:xfrm>
          <a:off x="4593457" y="2293034"/>
          <a:ext cx="4112868" cy="257503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2815418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C1FAB-90FA-A0F0-5CFF-DD32A09E1CE0}"/>
              </a:ext>
            </a:extLst>
          </p:cNvPr>
          <p:cNvSpPr>
            <a:spLocks noGrp="1"/>
          </p:cNvSpPr>
          <p:nvPr>
            <p:ph type="title"/>
          </p:nvPr>
        </p:nvSpPr>
        <p:spPr>
          <a:xfrm>
            <a:off x="1027439" y="274955"/>
            <a:ext cx="10396026" cy="2377440"/>
          </a:xfrm>
        </p:spPr>
        <p:txBody>
          <a:bodyPr/>
          <a:lstStyle/>
          <a:p>
            <a:r>
              <a:rPr lang="en-US" dirty="0"/>
              <a:t>Challenges Encountered and Remediation</a:t>
            </a:r>
          </a:p>
        </p:txBody>
      </p:sp>
      <p:sp>
        <p:nvSpPr>
          <p:cNvPr id="3" name="Content Placeholder 2">
            <a:extLst>
              <a:ext uri="{FF2B5EF4-FFF2-40B4-BE49-F238E27FC236}">
                <a16:creationId xmlns:a16="http://schemas.microsoft.com/office/drawing/2014/main" id="{7EB02B53-66A2-98E5-FDCB-FC7B7749AA2A}"/>
              </a:ext>
            </a:extLst>
          </p:cNvPr>
          <p:cNvSpPr>
            <a:spLocks noGrp="1"/>
          </p:cNvSpPr>
          <p:nvPr>
            <p:ph sz="quarter" idx="35"/>
          </p:nvPr>
        </p:nvSpPr>
        <p:spPr>
          <a:xfrm>
            <a:off x="323557" y="1209822"/>
            <a:ext cx="11591778" cy="5373223"/>
          </a:xfrm>
        </p:spPr>
        <p:txBody>
          <a:bodyPr>
            <a:normAutofit fontScale="92500" lnSpcReduction="10000"/>
          </a:bodyPr>
          <a:lstStyle/>
          <a:p>
            <a:r>
              <a:rPr lang="en-US" b="1" dirty="0"/>
              <a:t>VM Deployment Restrictions</a:t>
            </a:r>
            <a:endParaRPr lang="en-US" dirty="0"/>
          </a:p>
          <a:p>
            <a:pPr lvl="1"/>
            <a:r>
              <a:rPr lang="en-US" dirty="0"/>
              <a:t>VM deployment failed due to regional subscription limitations. </a:t>
            </a:r>
          </a:p>
          <a:p>
            <a:pPr lvl="1"/>
            <a:r>
              <a:rPr lang="en-US" b="1" dirty="0"/>
              <a:t>Resolution:</a:t>
            </a:r>
            <a:r>
              <a:rPr lang="en-US" dirty="0"/>
              <a:t> Deployed the VM in a supported Azure region. </a:t>
            </a:r>
          </a:p>
          <a:p>
            <a:r>
              <a:rPr lang="en-US" b="1" dirty="0"/>
              <a:t>Conditional Access Licensing</a:t>
            </a:r>
            <a:endParaRPr lang="en-US" dirty="0"/>
          </a:p>
          <a:p>
            <a:pPr lvl="1"/>
            <a:r>
              <a:rPr lang="en-US" dirty="0"/>
              <a:t>Unable to configure Conditional Access and MFA using the Azure Free Trial. </a:t>
            </a:r>
          </a:p>
          <a:p>
            <a:pPr lvl="1"/>
            <a:r>
              <a:rPr lang="en-US" b="1" dirty="0"/>
              <a:t>Resolution:</a:t>
            </a:r>
            <a:r>
              <a:rPr lang="en-US" dirty="0"/>
              <a:t> Documented the licensing requirement (Microsoft Entra ID Premium P1/P2) and implemented alternative security controls. </a:t>
            </a:r>
          </a:p>
          <a:p>
            <a:r>
              <a:rPr lang="en-US" b="1" dirty="0"/>
              <a:t>Azure Policy Enforcement</a:t>
            </a:r>
            <a:endParaRPr lang="en-US" dirty="0"/>
          </a:p>
          <a:p>
            <a:pPr lvl="1"/>
            <a:r>
              <a:rPr lang="en-US" dirty="0"/>
              <a:t>Azure Policy blocked Key Vault deployment because the required </a:t>
            </a:r>
            <a:r>
              <a:rPr lang="en-US" b="1" dirty="0"/>
              <a:t>Owner</a:t>
            </a:r>
            <a:r>
              <a:rPr lang="en-US" dirty="0"/>
              <a:t> tag was missing. </a:t>
            </a:r>
          </a:p>
          <a:p>
            <a:pPr lvl="1"/>
            <a:r>
              <a:rPr lang="en-US" b="1" dirty="0"/>
              <a:t>Resolution:</a:t>
            </a:r>
            <a:r>
              <a:rPr lang="en-US" dirty="0"/>
              <a:t> Added the required tag to comply with governance policy. </a:t>
            </a:r>
          </a:p>
          <a:p>
            <a:r>
              <a:rPr lang="en-US" b="1" dirty="0"/>
              <a:t>Key Vault RBAC</a:t>
            </a:r>
            <a:endParaRPr lang="en-US" dirty="0"/>
          </a:p>
          <a:p>
            <a:pPr lvl="1"/>
            <a:r>
              <a:rPr lang="en-US" dirty="0"/>
              <a:t>Access to Key Vault secrets was denied due to missing data-plane permissions. </a:t>
            </a:r>
          </a:p>
          <a:p>
            <a:pPr lvl="1"/>
            <a:r>
              <a:rPr lang="en-US" b="1" dirty="0"/>
              <a:t>Resolution:</a:t>
            </a:r>
            <a:r>
              <a:rPr lang="en-US" dirty="0"/>
              <a:t> Assigned the appropriate Key Vault RBAC role to enable secret management.</a:t>
            </a:r>
          </a:p>
          <a:p>
            <a:pPr marL="0" indent="0">
              <a:buNone/>
            </a:pPr>
            <a:endParaRPr lang="en-US" dirty="0"/>
          </a:p>
        </p:txBody>
      </p:sp>
      <p:sp>
        <p:nvSpPr>
          <p:cNvPr id="4" name="Slide Number Placeholder 3">
            <a:extLst>
              <a:ext uri="{FF2B5EF4-FFF2-40B4-BE49-F238E27FC236}">
                <a16:creationId xmlns:a16="http://schemas.microsoft.com/office/drawing/2014/main" id="{8B5439E3-5381-D104-088E-B11F182E4463}"/>
              </a:ext>
            </a:extLst>
          </p:cNvPr>
          <p:cNvSpPr>
            <a:spLocks noGrp="1"/>
          </p:cNvSpPr>
          <p:nvPr>
            <p:ph type="sldNum" sz="quarter" idx="34"/>
          </p:nvPr>
        </p:nvSpPr>
        <p:spPr/>
        <p:txBody>
          <a:bodyPr/>
          <a:lstStyle/>
          <a:p>
            <a:fld id="{47FEACEE-25B4-4A2D-B147-27296E36371D}" type="slidenum">
              <a:rPr lang="en-US" altLang="zh-CN" noProof="0" smtClean="0"/>
              <a:pPr/>
              <a:t>13</a:t>
            </a:fld>
            <a:endParaRPr lang="en-US" altLang="zh-CN" noProof="0" dirty="0"/>
          </a:p>
        </p:txBody>
      </p:sp>
    </p:spTree>
    <p:extLst>
      <p:ext uri="{BB962C8B-B14F-4D97-AF65-F5344CB8AC3E}">
        <p14:creationId xmlns:p14="http://schemas.microsoft.com/office/powerpoint/2010/main" val="3288222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B8A5BF-C711-7CA8-DACF-8E0EF1B30A7F}"/>
              </a:ext>
            </a:extLst>
          </p:cNvPr>
          <p:cNvSpPr>
            <a:spLocks noGrp="1"/>
          </p:cNvSpPr>
          <p:nvPr>
            <p:ph type="title"/>
          </p:nvPr>
        </p:nvSpPr>
        <p:spPr>
          <a:xfrm>
            <a:off x="3713870" y="548640"/>
            <a:ext cx="4332850" cy="676656"/>
          </a:xfrm>
        </p:spPr>
        <p:txBody>
          <a:bodyPr/>
          <a:lstStyle/>
          <a:p>
            <a:r>
              <a:rPr lang="en-US" dirty="0"/>
              <a:t>Lessons Learned</a:t>
            </a:r>
          </a:p>
        </p:txBody>
      </p:sp>
      <p:sp>
        <p:nvSpPr>
          <p:cNvPr id="6" name="Content Placeholder 5">
            <a:extLst>
              <a:ext uri="{FF2B5EF4-FFF2-40B4-BE49-F238E27FC236}">
                <a16:creationId xmlns:a16="http://schemas.microsoft.com/office/drawing/2014/main" id="{20478DE0-4112-7659-1E8C-659E7477FCCC}"/>
              </a:ext>
            </a:extLst>
          </p:cNvPr>
          <p:cNvSpPr>
            <a:spLocks noGrp="1"/>
          </p:cNvSpPr>
          <p:nvPr>
            <p:ph idx="1"/>
          </p:nvPr>
        </p:nvSpPr>
        <p:spPr>
          <a:xfrm>
            <a:off x="914400" y="1842233"/>
            <a:ext cx="10279769" cy="4283612"/>
          </a:xfrm>
        </p:spPr>
        <p:txBody>
          <a:bodyPr>
            <a:normAutofit/>
          </a:bodyPr>
          <a:lstStyle/>
          <a:p>
            <a:pPr marL="285750" indent="-285750">
              <a:buFont typeface="Arial" panose="020B0604020202020204" pitchFamily="34" charset="0"/>
              <a:buChar char="•"/>
            </a:pPr>
            <a:r>
              <a:rPr lang="en-US" dirty="0"/>
              <a:t>Azure resource availability varies by </a:t>
            </a:r>
            <a:r>
              <a:rPr lang="en-US" b="1" dirty="0"/>
              <a:t>region</a:t>
            </a:r>
            <a:r>
              <a:rPr lang="en-US" dirty="0"/>
              <a:t> and </a:t>
            </a:r>
            <a:r>
              <a:rPr lang="en-US" b="1" dirty="0"/>
              <a:t>subscription type</a:t>
            </a:r>
            <a:r>
              <a:rPr lang="en-US" dirty="0"/>
              <a:t>. </a:t>
            </a:r>
          </a:p>
          <a:p>
            <a:pPr marL="285750" indent="-285750">
              <a:buFont typeface="Arial" panose="020B0604020202020204" pitchFamily="34" charset="0"/>
              <a:buChar char="•"/>
            </a:pPr>
            <a:r>
              <a:rPr lang="en-US" dirty="0"/>
              <a:t>Microsoft Entra ID </a:t>
            </a:r>
            <a:r>
              <a:rPr lang="en-US" b="1" dirty="0"/>
              <a:t>licensing directly impacts</a:t>
            </a:r>
            <a:r>
              <a:rPr lang="en-US" dirty="0"/>
              <a:t> available security features. </a:t>
            </a:r>
          </a:p>
          <a:p>
            <a:pPr marL="285750" indent="-285750">
              <a:buFont typeface="Arial" panose="020B0604020202020204" pitchFamily="34" charset="0"/>
              <a:buChar char="•"/>
            </a:pPr>
            <a:r>
              <a:rPr lang="en-US" dirty="0"/>
              <a:t>Azure Policy provides </a:t>
            </a:r>
            <a:r>
              <a:rPr lang="en-US" b="1" dirty="0"/>
              <a:t>preventive governance</a:t>
            </a:r>
            <a:r>
              <a:rPr lang="en-US" dirty="0"/>
              <a:t> by enforcing organizational standards before deployment. </a:t>
            </a:r>
          </a:p>
          <a:p>
            <a:pPr marL="285750" indent="-285750">
              <a:buFont typeface="Arial" panose="020B0604020202020204" pitchFamily="34" charset="0"/>
              <a:buChar char="•"/>
            </a:pPr>
            <a:r>
              <a:rPr lang="en-US" dirty="0"/>
              <a:t>Azure RBAC and Key Vault demonstrate the importance of </a:t>
            </a:r>
            <a:r>
              <a:rPr lang="en-US" b="1" dirty="0"/>
              <a:t>least-privilege access</a:t>
            </a:r>
            <a:r>
              <a:rPr lang="en-US" dirty="0"/>
              <a:t> and separating management permissions from data access. </a:t>
            </a:r>
          </a:p>
          <a:p>
            <a:pPr marL="285750" indent="-285750">
              <a:buFont typeface="Arial" panose="020B0604020202020204" pitchFamily="34" charset="0"/>
              <a:buChar char="•"/>
            </a:pPr>
            <a:r>
              <a:rPr lang="en-US" dirty="0"/>
              <a:t>Microsoft Defender for Cloud and Azure Monitor provide visibility into </a:t>
            </a:r>
            <a:r>
              <a:rPr lang="en-US" b="1" dirty="0"/>
              <a:t>security posture</a:t>
            </a:r>
            <a:r>
              <a:rPr lang="en-US" dirty="0"/>
              <a:t>, </a:t>
            </a:r>
            <a:r>
              <a:rPr lang="en-US" b="1" dirty="0"/>
              <a:t>compliance</a:t>
            </a:r>
            <a:r>
              <a:rPr lang="en-US" dirty="0"/>
              <a:t>, and </a:t>
            </a:r>
            <a:r>
              <a:rPr lang="en-US" b="1" dirty="0"/>
              <a:t>audit activity</a:t>
            </a:r>
            <a:r>
              <a:rPr lang="en-US" dirty="0"/>
              <a:t>. </a:t>
            </a:r>
          </a:p>
          <a:p>
            <a:pPr marL="285750" indent="-285750">
              <a:buFont typeface="Arial" panose="020B0604020202020204" pitchFamily="34" charset="0"/>
              <a:buChar char="•"/>
            </a:pPr>
            <a:r>
              <a:rPr lang="en-US" dirty="0"/>
              <a:t>Successfully troubleshooting Azure deployments requires understanding </a:t>
            </a:r>
            <a:r>
              <a:rPr lang="en-US" b="1" dirty="0"/>
              <a:t>governance, permissions, licensing, and platform limitations</a:t>
            </a:r>
            <a:r>
              <a:rPr lang="en-US" dirty="0"/>
              <a:t>.</a:t>
            </a:r>
          </a:p>
        </p:txBody>
      </p:sp>
      <p:sp>
        <p:nvSpPr>
          <p:cNvPr id="4" name="Slide Number Placeholder 3">
            <a:extLst>
              <a:ext uri="{FF2B5EF4-FFF2-40B4-BE49-F238E27FC236}">
                <a16:creationId xmlns:a16="http://schemas.microsoft.com/office/drawing/2014/main" id="{230BB72A-9D6D-4E6B-6B5F-31C62DF39CFF}"/>
              </a:ext>
            </a:extLst>
          </p:cNvPr>
          <p:cNvSpPr>
            <a:spLocks noGrp="1"/>
          </p:cNvSpPr>
          <p:nvPr>
            <p:ph type="sldNum" sz="quarter" idx="55"/>
          </p:nvPr>
        </p:nvSpPr>
        <p:spPr/>
        <p:txBody>
          <a:bodyPr/>
          <a:lstStyle/>
          <a:p>
            <a:fld id="{47FEACEE-25B4-4A2D-B147-27296E36371D}" type="slidenum">
              <a:rPr lang="en-US" altLang="zh-CN" noProof="0" smtClean="0"/>
              <a:pPr/>
              <a:t>14</a:t>
            </a:fld>
            <a:endParaRPr lang="en-US" altLang="zh-CN" noProof="0" dirty="0"/>
          </a:p>
        </p:txBody>
      </p:sp>
    </p:spTree>
    <p:extLst>
      <p:ext uri="{BB962C8B-B14F-4D97-AF65-F5344CB8AC3E}">
        <p14:creationId xmlns:p14="http://schemas.microsoft.com/office/powerpoint/2010/main" val="2109783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03453-5D6D-9A9C-2F74-CA3E134B2BC6}"/>
              </a:ext>
            </a:extLst>
          </p:cNvPr>
          <p:cNvSpPr>
            <a:spLocks noGrp="1"/>
          </p:cNvSpPr>
          <p:nvPr>
            <p:ph type="title"/>
          </p:nvPr>
        </p:nvSpPr>
        <p:spPr>
          <a:xfrm>
            <a:off x="6710289" y="987225"/>
            <a:ext cx="5252317" cy="3291840"/>
          </a:xfrm>
        </p:spPr>
        <p:txBody>
          <a:bodyPr/>
          <a:lstStyle/>
          <a:p>
            <a:r>
              <a:rPr lang="en-US" dirty="0"/>
              <a:t>NIST 800-53 Controls Utilized</a:t>
            </a:r>
          </a:p>
        </p:txBody>
      </p:sp>
      <p:graphicFrame>
        <p:nvGraphicFramePr>
          <p:cNvPr id="5" name="Content Placeholder 4">
            <a:extLst>
              <a:ext uri="{FF2B5EF4-FFF2-40B4-BE49-F238E27FC236}">
                <a16:creationId xmlns:a16="http://schemas.microsoft.com/office/drawing/2014/main" id="{8466080E-7F67-FB71-15FF-043E052D5BF7}"/>
              </a:ext>
            </a:extLst>
          </p:cNvPr>
          <p:cNvGraphicFramePr>
            <a:graphicFrameLocks noGrp="1"/>
          </p:cNvGraphicFramePr>
          <p:nvPr>
            <p:ph type="pic" sz="quarter" idx="47"/>
            <p:extLst>
              <p:ext uri="{D42A27DB-BD31-4B8C-83A1-F6EECF244321}">
                <p14:modId xmlns:p14="http://schemas.microsoft.com/office/powerpoint/2010/main" val="2388222260"/>
              </p:ext>
            </p:extLst>
          </p:nvPr>
        </p:nvGraphicFramePr>
        <p:xfrm>
          <a:off x="1294228" y="605305"/>
          <a:ext cx="4662218" cy="5647389"/>
        </p:xfrm>
        <a:graphic>
          <a:graphicData uri="http://schemas.openxmlformats.org/drawingml/2006/table">
            <a:tbl>
              <a:tblPr/>
              <a:tblGrid>
                <a:gridCol w="1089036">
                  <a:extLst>
                    <a:ext uri="{9D8B030D-6E8A-4147-A177-3AD203B41FA5}">
                      <a16:colId xmlns:a16="http://schemas.microsoft.com/office/drawing/2014/main" val="2863632377"/>
                    </a:ext>
                  </a:extLst>
                </a:gridCol>
                <a:gridCol w="1786591">
                  <a:extLst>
                    <a:ext uri="{9D8B030D-6E8A-4147-A177-3AD203B41FA5}">
                      <a16:colId xmlns:a16="http://schemas.microsoft.com/office/drawing/2014/main" val="677945692"/>
                    </a:ext>
                  </a:extLst>
                </a:gridCol>
                <a:gridCol w="1786591">
                  <a:extLst>
                    <a:ext uri="{9D8B030D-6E8A-4147-A177-3AD203B41FA5}">
                      <a16:colId xmlns:a16="http://schemas.microsoft.com/office/drawing/2014/main" val="3162231357"/>
                    </a:ext>
                  </a:extLst>
                </a:gridCol>
              </a:tblGrid>
              <a:tr h="454855">
                <a:tc>
                  <a:txBody>
                    <a:bodyPr/>
                    <a:lstStyle/>
                    <a:p>
                      <a:pPr>
                        <a:buNone/>
                      </a:pPr>
                      <a:r>
                        <a:rPr lang="en-US" sz="1600" dirty="0">
                          <a:solidFill>
                            <a:schemeClr val="accent6">
                              <a:lumMod val="50000"/>
                              <a:lumOff val="50000"/>
                            </a:schemeClr>
                          </a:solidFill>
                        </a:rPr>
                        <a:t>NIST Control</a:t>
                      </a:r>
                    </a:p>
                  </a:txBody>
                  <a:tcPr marL="30218" marR="30218" marT="15109" marB="15109" anchor="ctr">
                    <a:lnL>
                      <a:noFill/>
                    </a:lnL>
                    <a:lnR>
                      <a:noFill/>
                    </a:lnR>
                    <a:lnT>
                      <a:noFill/>
                    </a:lnT>
                    <a:lnB>
                      <a:noFill/>
                    </a:lnB>
                    <a:noFill/>
                  </a:tcPr>
                </a:tc>
                <a:tc>
                  <a:txBody>
                    <a:bodyPr/>
                    <a:lstStyle/>
                    <a:p>
                      <a:pPr>
                        <a:buNone/>
                      </a:pPr>
                      <a:r>
                        <a:rPr lang="en-US" sz="1600" dirty="0">
                          <a:solidFill>
                            <a:schemeClr val="accent6">
                              <a:lumMod val="50000"/>
                              <a:lumOff val="50000"/>
                            </a:schemeClr>
                          </a:solidFill>
                        </a:rPr>
                        <a:t>Azure Service</a:t>
                      </a:r>
                    </a:p>
                  </a:txBody>
                  <a:tcPr marL="30218" marR="30218" marT="15109" marB="15109" anchor="ctr">
                    <a:lnL>
                      <a:noFill/>
                    </a:lnL>
                    <a:lnR>
                      <a:noFill/>
                    </a:lnR>
                    <a:lnT>
                      <a:noFill/>
                    </a:lnT>
                    <a:lnB>
                      <a:noFill/>
                    </a:lnB>
                    <a:noFill/>
                  </a:tcPr>
                </a:tc>
                <a:tc>
                  <a:txBody>
                    <a:bodyPr/>
                    <a:lstStyle/>
                    <a:p>
                      <a:pPr>
                        <a:buNone/>
                      </a:pPr>
                      <a:r>
                        <a:rPr lang="en-US" sz="1600" dirty="0">
                          <a:solidFill>
                            <a:schemeClr val="accent6">
                              <a:lumMod val="50000"/>
                              <a:lumOff val="50000"/>
                            </a:schemeClr>
                          </a:solidFill>
                        </a:rPr>
                        <a:t>Evidence</a:t>
                      </a:r>
                    </a:p>
                  </a:txBody>
                  <a:tcPr marL="30218" marR="30218" marT="15109" marB="15109" anchor="ctr">
                    <a:lnL>
                      <a:noFill/>
                    </a:lnL>
                    <a:lnR>
                      <a:noFill/>
                    </a:lnR>
                    <a:lnT>
                      <a:noFill/>
                    </a:lnT>
                    <a:lnB>
                      <a:noFill/>
                    </a:lnB>
                    <a:noFill/>
                  </a:tcPr>
                </a:tc>
                <a:extLst>
                  <a:ext uri="{0D108BD9-81ED-4DB2-BD59-A6C34878D82A}">
                    <a16:rowId xmlns:a16="http://schemas.microsoft.com/office/drawing/2014/main" val="1197081326"/>
                  </a:ext>
                </a:extLst>
              </a:tr>
              <a:tr h="454855">
                <a:tc>
                  <a:txBody>
                    <a:bodyPr/>
                    <a:lstStyle/>
                    <a:p>
                      <a:pPr>
                        <a:buNone/>
                      </a:pPr>
                      <a:r>
                        <a:rPr lang="en-US" sz="1600">
                          <a:solidFill>
                            <a:schemeClr val="bg1"/>
                          </a:solidFill>
                        </a:rPr>
                        <a:t>AC-2</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Entra ID Users &amp; Groups</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Users and security groups</a:t>
                      </a:r>
                    </a:p>
                  </a:txBody>
                  <a:tcPr marL="30218" marR="30218" marT="15109" marB="15109" anchor="ctr">
                    <a:lnL>
                      <a:noFill/>
                    </a:lnL>
                    <a:lnR>
                      <a:noFill/>
                    </a:lnR>
                    <a:lnT>
                      <a:noFill/>
                    </a:lnT>
                    <a:lnB>
                      <a:noFill/>
                    </a:lnB>
                    <a:noFill/>
                  </a:tcPr>
                </a:tc>
                <a:extLst>
                  <a:ext uri="{0D108BD9-81ED-4DB2-BD59-A6C34878D82A}">
                    <a16:rowId xmlns:a16="http://schemas.microsoft.com/office/drawing/2014/main" val="979442359"/>
                  </a:ext>
                </a:extLst>
              </a:tr>
              <a:tr h="454855">
                <a:tc>
                  <a:txBody>
                    <a:bodyPr/>
                    <a:lstStyle/>
                    <a:p>
                      <a:pPr>
                        <a:buNone/>
                      </a:pPr>
                      <a:r>
                        <a:rPr lang="en-US" sz="1600">
                          <a:solidFill>
                            <a:schemeClr val="bg1"/>
                          </a:solidFill>
                        </a:rPr>
                        <a:t>AC-3</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Azure RBAC</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Role assignments</a:t>
                      </a:r>
                    </a:p>
                  </a:txBody>
                  <a:tcPr marL="30218" marR="30218" marT="15109" marB="15109" anchor="ctr">
                    <a:lnL>
                      <a:noFill/>
                    </a:lnL>
                    <a:lnR>
                      <a:noFill/>
                    </a:lnR>
                    <a:lnT>
                      <a:noFill/>
                    </a:lnT>
                    <a:lnB>
                      <a:noFill/>
                    </a:lnB>
                    <a:noFill/>
                  </a:tcPr>
                </a:tc>
                <a:extLst>
                  <a:ext uri="{0D108BD9-81ED-4DB2-BD59-A6C34878D82A}">
                    <a16:rowId xmlns:a16="http://schemas.microsoft.com/office/drawing/2014/main" val="3415534051"/>
                  </a:ext>
                </a:extLst>
              </a:tr>
              <a:tr h="454855">
                <a:tc>
                  <a:txBody>
                    <a:bodyPr/>
                    <a:lstStyle/>
                    <a:p>
                      <a:pPr>
                        <a:buNone/>
                      </a:pPr>
                      <a:r>
                        <a:rPr lang="en-US" sz="1600">
                          <a:solidFill>
                            <a:schemeClr val="bg1"/>
                          </a:solidFill>
                        </a:rPr>
                        <a:t>IA-2</a:t>
                      </a:r>
                    </a:p>
                  </a:txBody>
                  <a:tcPr marL="30218" marR="30218" marT="15109" marB="15109" anchor="ctr">
                    <a:lnL>
                      <a:noFill/>
                    </a:lnL>
                    <a:lnR>
                      <a:noFill/>
                    </a:lnR>
                    <a:lnT>
                      <a:noFill/>
                    </a:lnT>
                    <a:lnB>
                      <a:noFill/>
                    </a:lnB>
                    <a:noFill/>
                  </a:tcPr>
                </a:tc>
                <a:tc>
                  <a:txBody>
                    <a:bodyPr/>
                    <a:lstStyle/>
                    <a:p>
                      <a:pPr>
                        <a:buNone/>
                      </a:pPr>
                      <a:r>
                        <a:rPr lang="en-US" sz="1600" dirty="0">
                          <a:solidFill>
                            <a:schemeClr val="bg1"/>
                          </a:solidFill>
                        </a:rPr>
                        <a:t>MFA</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Requires Entra ID Premium P1</a:t>
                      </a:r>
                    </a:p>
                  </a:txBody>
                  <a:tcPr marL="30218" marR="30218" marT="15109" marB="15109" anchor="ctr">
                    <a:lnL>
                      <a:noFill/>
                    </a:lnL>
                    <a:lnR>
                      <a:noFill/>
                    </a:lnR>
                    <a:lnT>
                      <a:noFill/>
                    </a:lnT>
                    <a:lnB>
                      <a:noFill/>
                    </a:lnB>
                    <a:noFill/>
                  </a:tcPr>
                </a:tc>
                <a:extLst>
                  <a:ext uri="{0D108BD9-81ED-4DB2-BD59-A6C34878D82A}">
                    <a16:rowId xmlns:a16="http://schemas.microsoft.com/office/drawing/2014/main" val="445391555"/>
                  </a:ext>
                </a:extLst>
              </a:tr>
              <a:tr h="454855">
                <a:tc>
                  <a:txBody>
                    <a:bodyPr/>
                    <a:lstStyle/>
                    <a:p>
                      <a:pPr>
                        <a:buNone/>
                      </a:pPr>
                      <a:r>
                        <a:rPr lang="en-US" sz="1600">
                          <a:solidFill>
                            <a:schemeClr val="bg1"/>
                          </a:solidFill>
                        </a:rPr>
                        <a:t>CM-2</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Azure Policy</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Allowed Locations</a:t>
                      </a:r>
                    </a:p>
                  </a:txBody>
                  <a:tcPr marL="30218" marR="30218" marT="15109" marB="15109" anchor="ctr">
                    <a:lnL>
                      <a:noFill/>
                    </a:lnL>
                    <a:lnR>
                      <a:noFill/>
                    </a:lnR>
                    <a:lnT>
                      <a:noFill/>
                    </a:lnT>
                    <a:lnB>
                      <a:noFill/>
                    </a:lnB>
                    <a:noFill/>
                  </a:tcPr>
                </a:tc>
                <a:extLst>
                  <a:ext uri="{0D108BD9-81ED-4DB2-BD59-A6C34878D82A}">
                    <a16:rowId xmlns:a16="http://schemas.microsoft.com/office/drawing/2014/main" val="3254012926"/>
                  </a:ext>
                </a:extLst>
              </a:tr>
              <a:tr h="454855">
                <a:tc>
                  <a:txBody>
                    <a:bodyPr/>
                    <a:lstStyle/>
                    <a:p>
                      <a:pPr>
                        <a:buNone/>
                      </a:pPr>
                      <a:r>
                        <a:rPr lang="en-US" sz="1600">
                          <a:solidFill>
                            <a:schemeClr val="bg1"/>
                          </a:solidFill>
                        </a:rPr>
                        <a:t>CM-6</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Azure Policy</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Require Owner Tag</a:t>
                      </a:r>
                    </a:p>
                  </a:txBody>
                  <a:tcPr marL="30218" marR="30218" marT="15109" marB="15109" anchor="ctr">
                    <a:lnL>
                      <a:noFill/>
                    </a:lnL>
                    <a:lnR>
                      <a:noFill/>
                    </a:lnR>
                    <a:lnT>
                      <a:noFill/>
                    </a:lnT>
                    <a:lnB>
                      <a:noFill/>
                    </a:lnB>
                    <a:noFill/>
                  </a:tcPr>
                </a:tc>
                <a:extLst>
                  <a:ext uri="{0D108BD9-81ED-4DB2-BD59-A6C34878D82A}">
                    <a16:rowId xmlns:a16="http://schemas.microsoft.com/office/drawing/2014/main" val="3113037401"/>
                  </a:ext>
                </a:extLst>
              </a:tr>
              <a:tr h="454855">
                <a:tc>
                  <a:txBody>
                    <a:bodyPr/>
                    <a:lstStyle/>
                    <a:p>
                      <a:pPr>
                        <a:buNone/>
                      </a:pPr>
                      <a:r>
                        <a:rPr lang="en-US" sz="1600">
                          <a:solidFill>
                            <a:schemeClr val="bg1"/>
                          </a:solidFill>
                        </a:rPr>
                        <a:t>CM-5</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Resource Locks</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CanNotDelete lock</a:t>
                      </a:r>
                    </a:p>
                  </a:txBody>
                  <a:tcPr marL="30218" marR="30218" marT="15109" marB="15109" anchor="ctr">
                    <a:lnL>
                      <a:noFill/>
                    </a:lnL>
                    <a:lnR>
                      <a:noFill/>
                    </a:lnR>
                    <a:lnT>
                      <a:noFill/>
                    </a:lnT>
                    <a:lnB>
                      <a:noFill/>
                    </a:lnB>
                    <a:noFill/>
                  </a:tcPr>
                </a:tc>
                <a:extLst>
                  <a:ext uri="{0D108BD9-81ED-4DB2-BD59-A6C34878D82A}">
                    <a16:rowId xmlns:a16="http://schemas.microsoft.com/office/drawing/2014/main" val="3575184914"/>
                  </a:ext>
                </a:extLst>
              </a:tr>
              <a:tr h="454855">
                <a:tc>
                  <a:txBody>
                    <a:bodyPr/>
                    <a:lstStyle/>
                    <a:p>
                      <a:pPr>
                        <a:buNone/>
                      </a:pPr>
                      <a:r>
                        <a:rPr lang="en-US" sz="1600" dirty="0">
                          <a:solidFill>
                            <a:schemeClr val="bg1"/>
                          </a:solidFill>
                        </a:rPr>
                        <a:t>SC-12</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Azure Key Vault</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Secret storage</a:t>
                      </a:r>
                    </a:p>
                  </a:txBody>
                  <a:tcPr marL="30218" marR="30218" marT="15109" marB="15109" anchor="ctr">
                    <a:lnL>
                      <a:noFill/>
                    </a:lnL>
                    <a:lnR>
                      <a:noFill/>
                    </a:lnR>
                    <a:lnT>
                      <a:noFill/>
                    </a:lnT>
                    <a:lnB>
                      <a:noFill/>
                    </a:lnB>
                    <a:noFill/>
                  </a:tcPr>
                </a:tc>
                <a:extLst>
                  <a:ext uri="{0D108BD9-81ED-4DB2-BD59-A6C34878D82A}">
                    <a16:rowId xmlns:a16="http://schemas.microsoft.com/office/drawing/2014/main" val="2610787"/>
                  </a:ext>
                </a:extLst>
              </a:tr>
              <a:tr h="454855">
                <a:tc>
                  <a:txBody>
                    <a:bodyPr/>
                    <a:lstStyle/>
                    <a:p>
                      <a:pPr>
                        <a:buNone/>
                      </a:pPr>
                      <a:r>
                        <a:rPr lang="en-US" sz="1600">
                          <a:solidFill>
                            <a:schemeClr val="bg1"/>
                          </a:solidFill>
                        </a:rPr>
                        <a:t>AU-2</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Azure Monitor</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Activity Log</a:t>
                      </a:r>
                    </a:p>
                  </a:txBody>
                  <a:tcPr marL="30218" marR="30218" marT="15109" marB="15109" anchor="ctr">
                    <a:lnL>
                      <a:noFill/>
                    </a:lnL>
                    <a:lnR>
                      <a:noFill/>
                    </a:lnR>
                    <a:lnT>
                      <a:noFill/>
                    </a:lnT>
                    <a:lnB>
                      <a:noFill/>
                    </a:lnB>
                    <a:noFill/>
                  </a:tcPr>
                </a:tc>
                <a:extLst>
                  <a:ext uri="{0D108BD9-81ED-4DB2-BD59-A6C34878D82A}">
                    <a16:rowId xmlns:a16="http://schemas.microsoft.com/office/drawing/2014/main" val="887275908"/>
                  </a:ext>
                </a:extLst>
              </a:tr>
              <a:tr h="454855">
                <a:tc>
                  <a:txBody>
                    <a:bodyPr/>
                    <a:lstStyle/>
                    <a:p>
                      <a:pPr>
                        <a:buNone/>
                      </a:pPr>
                      <a:r>
                        <a:rPr lang="en-US" sz="1600">
                          <a:solidFill>
                            <a:schemeClr val="bg1"/>
                          </a:solidFill>
                        </a:rPr>
                        <a:t>AU-6</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Activity Log Review</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Audit events</a:t>
                      </a:r>
                    </a:p>
                  </a:txBody>
                  <a:tcPr marL="30218" marR="30218" marT="15109" marB="15109" anchor="ctr">
                    <a:lnL>
                      <a:noFill/>
                    </a:lnL>
                    <a:lnR>
                      <a:noFill/>
                    </a:lnR>
                    <a:lnT>
                      <a:noFill/>
                    </a:lnT>
                    <a:lnB>
                      <a:noFill/>
                    </a:lnB>
                    <a:noFill/>
                  </a:tcPr>
                </a:tc>
                <a:extLst>
                  <a:ext uri="{0D108BD9-81ED-4DB2-BD59-A6C34878D82A}">
                    <a16:rowId xmlns:a16="http://schemas.microsoft.com/office/drawing/2014/main" val="1996076399"/>
                  </a:ext>
                </a:extLst>
              </a:tr>
              <a:tr h="454855">
                <a:tc>
                  <a:txBody>
                    <a:bodyPr/>
                    <a:lstStyle/>
                    <a:p>
                      <a:pPr>
                        <a:buNone/>
                      </a:pPr>
                      <a:r>
                        <a:rPr lang="en-US" sz="1600">
                          <a:solidFill>
                            <a:schemeClr val="bg1"/>
                          </a:solidFill>
                        </a:rPr>
                        <a:t>RA-5</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Defender for Cloud</a:t>
                      </a:r>
                    </a:p>
                  </a:txBody>
                  <a:tcPr marL="30218" marR="30218" marT="15109" marB="15109" anchor="ctr">
                    <a:lnL>
                      <a:noFill/>
                    </a:lnL>
                    <a:lnR>
                      <a:noFill/>
                    </a:lnR>
                    <a:lnT>
                      <a:noFill/>
                    </a:lnT>
                    <a:lnB>
                      <a:noFill/>
                    </a:lnB>
                    <a:noFill/>
                  </a:tcPr>
                </a:tc>
                <a:tc>
                  <a:txBody>
                    <a:bodyPr/>
                    <a:lstStyle/>
                    <a:p>
                      <a:pPr>
                        <a:buNone/>
                      </a:pPr>
                      <a:r>
                        <a:rPr lang="en-US" sz="1600">
                          <a:solidFill>
                            <a:schemeClr val="bg1"/>
                          </a:solidFill>
                        </a:rPr>
                        <a:t>Security posture</a:t>
                      </a:r>
                    </a:p>
                  </a:txBody>
                  <a:tcPr marL="30218" marR="30218" marT="15109" marB="15109" anchor="ctr">
                    <a:lnL>
                      <a:noFill/>
                    </a:lnL>
                    <a:lnR>
                      <a:noFill/>
                    </a:lnR>
                    <a:lnT>
                      <a:noFill/>
                    </a:lnT>
                    <a:lnB>
                      <a:noFill/>
                    </a:lnB>
                    <a:noFill/>
                  </a:tcPr>
                </a:tc>
                <a:extLst>
                  <a:ext uri="{0D108BD9-81ED-4DB2-BD59-A6C34878D82A}">
                    <a16:rowId xmlns:a16="http://schemas.microsoft.com/office/drawing/2014/main" val="4179997143"/>
                  </a:ext>
                </a:extLst>
              </a:tr>
              <a:tr h="454855">
                <a:tc>
                  <a:txBody>
                    <a:bodyPr/>
                    <a:lstStyle/>
                    <a:p>
                      <a:pPr>
                        <a:buNone/>
                      </a:pPr>
                      <a:r>
                        <a:rPr lang="en-US" sz="1600">
                          <a:solidFill>
                            <a:schemeClr val="bg1"/>
                          </a:solidFill>
                        </a:rPr>
                        <a:t>SI-2</a:t>
                      </a:r>
                    </a:p>
                  </a:txBody>
                  <a:tcPr marL="30218" marR="30218" marT="15109" marB="15109" anchor="ctr">
                    <a:lnL>
                      <a:noFill/>
                    </a:lnL>
                    <a:lnR>
                      <a:noFill/>
                    </a:lnR>
                    <a:lnT>
                      <a:noFill/>
                    </a:lnT>
                    <a:lnB>
                      <a:noFill/>
                    </a:lnB>
                    <a:noFill/>
                  </a:tcPr>
                </a:tc>
                <a:tc>
                  <a:txBody>
                    <a:bodyPr/>
                    <a:lstStyle/>
                    <a:p>
                      <a:pPr>
                        <a:buNone/>
                      </a:pPr>
                      <a:r>
                        <a:rPr lang="en-US" sz="1600" dirty="0">
                          <a:solidFill>
                            <a:schemeClr val="bg1"/>
                          </a:solidFill>
                        </a:rPr>
                        <a:t>Defender for Cloud</a:t>
                      </a:r>
                    </a:p>
                  </a:txBody>
                  <a:tcPr marL="30218" marR="30218" marT="15109" marB="15109" anchor="ctr">
                    <a:lnL>
                      <a:noFill/>
                    </a:lnL>
                    <a:lnR>
                      <a:noFill/>
                    </a:lnR>
                    <a:lnT>
                      <a:noFill/>
                    </a:lnT>
                    <a:lnB>
                      <a:noFill/>
                    </a:lnB>
                    <a:noFill/>
                  </a:tcPr>
                </a:tc>
                <a:tc>
                  <a:txBody>
                    <a:bodyPr/>
                    <a:lstStyle/>
                    <a:p>
                      <a:pPr>
                        <a:buNone/>
                      </a:pPr>
                      <a:r>
                        <a:rPr lang="en-US" sz="1600" dirty="0">
                          <a:solidFill>
                            <a:schemeClr val="bg1"/>
                          </a:solidFill>
                        </a:rPr>
                        <a:t>Recommendations</a:t>
                      </a:r>
                    </a:p>
                  </a:txBody>
                  <a:tcPr marL="30218" marR="30218" marT="15109" marB="15109" anchor="ctr">
                    <a:lnL>
                      <a:noFill/>
                    </a:lnL>
                    <a:lnR>
                      <a:noFill/>
                    </a:lnR>
                    <a:lnT>
                      <a:noFill/>
                    </a:lnT>
                    <a:lnB>
                      <a:noFill/>
                    </a:lnB>
                    <a:noFill/>
                  </a:tcPr>
                </a:tc>
                <a:extLst>
                  <a:ext uri="{0D108BD9-81ED-4DB2-BD59-A6C34878D82A}">
                    <a16:rowId xmlns:a16="http://schemas.microsoft.com/office/drawing/2014/main" val="1118510895"/>
                  </a:ext>
                </a:extLst>
              </a:tr>
            </a:tbl>
          </a:graphicData>
        </a:graphic>
      </p:graphicFrame>
      <p:sp>
        <p:nvSpPr>
          <p:cNvPr id="4" name="Slide Number Placeholder 3">
            <a:extLst>
              <a:ext uri="{FF2B5EF4-FFF2-40B4-BE49-F238E27FC236}">
                <a16:creationId xmlns:a16="http://schemas.microsoft.com/office/drawing/2014/main" id="{895697CE-B7CB-2F06-0DB1-3C44101DBD33}"/>
              </a:ext>
            </a:extLst>
          </p:cNvPr>
          <p:cNvSpPr>
            <a:spLocks noGrp="1"/>
          </p:cNvSpPr>
          <p:nvPr>
            <p:ph type="sldNum" sz="quarter" idx="4294967295"/>
          </p:nvPr>
        </p:nvSpPr>
        <p:spPr>
          <a:xfrm>
            <a:off x="11733213" y="6218238"/>
            <a:ext cx="458787" cy="365125"/>
          </a:xfrm>
        </p:spPr>
        <p:txBody>
          <a:bodyPr/>
          <a:lstStyle/>
          <a:p>
            <a:fld id="{47FEACEE-25B4-4A2D-B147-27296E36371D}" type="slidenum">
              <a:rPr lang="en-US" altLang="zh-CN" noProof="0" smtClean="0"/>
              <a:pPr/>
              <a:t>15</a:t>
            </a:fld>
            <a:endParaRPr lang="en-US" altLang="zh-CN" noProof="0" dirty="0"/>
          </a:p>
        </p:txBody>
      </p:sp>
    </p:spTree>
    <p:extLst>
      <p:ext uri="{BB962C8B-B14F-4D97-AF65-F5344CB8AC3E}">
        <p14:creationId xmlns:p14="http://schemas.microsoft.com/office/powerpoint/2010/main" val="3350218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4358732" y="0"/>
            <a:ext cx="3474536" cy="1345599"/>
          </a:xfrm>
        </p:spPr>
        <p:txBody>
          <a:bodyPr/>
          <a:lstStyle/>
          <a:p>
            <a:r>
              <a:rPr lang="en-US" dirty="0"/>
              <a:t>Conclusion</a:t>
            </a:r>
          </a:p>
        </p:txBody>
      </p:sp>
      <p:sp>
        <p:nvSpPr>
          <p:cNvPr id="3" name="Text Placeholder 2">
            <a:extLst>
              <a:ext uri="{FF2B5EF4-FFF2-40B4-BE49-F238E27FC236}">
                <a16:creationId xmlns:a16="http://schemas.microsoft.com/office/drawing/2014/main" id="{DEA0F2D5-B61B-0DC0-E6E8-52B48A47E61E}"/>
              </a:ext>
            </a:extLst>
          </p:cNvPr>
          <p:cNvSpPr>
            <a:spLocks noGrp="1"/>
          </p:cNvSpPr>
          <p:nvPr>
            <p:ph type="body" sz="quarter" idx="4294967295"/>
          </p:nvPr>
        </p:nvSpPr>
        <p:spPr>
          <a:xfrm>
            <a:off x="1145381" y="1818029"/>
            <a:ext cx="10136908" cy="3682439"/>
          </a:xfrm>
        </p:spPr>
        <p:txBody>
          <a:bodyPr>
            <a:normAutofit/>
          </a:bodyPr>
          <a:lstStyle/>
          <a:p>
            <a:pPr marL="0" indent="0">
              <a:buNone/>
            </a:pPr>
            <a:r>
              <a:rPr lang="en-US" dirty="0"/>
              <a:t>This project demonstrated the practical implementation of Azure security controls aligned with the NIST SP 800-53 framework. By configuring identity and access management, governance policies, secure secrets management, auditing, and security monitoring, the environment was designed to reflect real-world cloud security best practices. Throughout the project, several deployment and configuration challenges were encountered and resolved, reinforcing the importance of troubleshooting, governance, and least-privilege principles. Overall, this project strengthened my understanding of Azure security services and their role in supporting compliance and securing cloud environments.</a:t>
            </a:r>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{A37556D2-C39E-43D1-A452-87B29B24FF04}TF63aebcec-8e39-4664-940a-dd6c2f00c54d020a9832_win32-3cdd3ee32610</Template>
  <TotalTime>165</TotalTime>
  <Words>825</Words>
  <Application>Microsoft Office PowerPoint</Application>
  <PresentationFormat>Widescreen</PresentationFormat>
  <Paragraphs>110</Paragraphs>
  <Slides>16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等线</vt:lpstr>
      <vt:lpstr>Abadi</vt:lpstr>
      <vt:lpstr>Arial</vt:lpstr>
      <vt:lpstr>Calibri</vt:lpstr>
      <vt:lpstr>Posterama</vt:lpstr>
      <vt:lpstr>Posterama Text SemiBold</vt:lpstr>
      <vt:lpstr>Custom</vt:lpstr>
      <vt:lpstr>Microsoft Azure Practice Organization Demonstration</vt:lpstr>
      <vt:lpstr>Summary and Project Objectives</vt:lpstr>
      <vt:lpstr>Resource Group </vt:lpstr>
      <vt:lpstr>Virtual Machine</vt:lpstr>
      <vt:lpstr>Storage Account</vt:lpstr>
      <vt:lpstr>Microsoft Entra ID Users</vt:lpstr>
      <vt:lpstr>Microsoft Entra ID Groups</vt:lpstr>
      <vt:lpstr>Key Vault Overview</vt:lpstr>
      <vt:lpstr>Key Vault Secret</vt:lpstr>
      <vt:lpstr>Resource Lock</vt:lpstr>
      <vt:lpstr>Microsoft Defender for Cloud</vt:lpstr>
      <vt:lpstr>Architecture Diagram</vt:lpstr>
      <vt:lpstr>Challenges Encountered and Remediation</vt:lpstr>
      <vt:lpstr>Lessons Learned</vt:lpstr>
      <vt:lpstr>NIST 800-53 Controls Utilized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Zachary Hamade</dc:creator>
  <cp:lastModifiedBy>Zachary Hamade</cp:lastModifiedBy>
  <cp:revision>1</cp:revision>
  <dcterms:created xsi:type="dcterms:W3CDTF">2026-07-20T15:49:41Z</dcterms:created>
  <dcterms:modified xsi:type="dcterms:W3CDTF">2026-07-20T18:34:50Z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